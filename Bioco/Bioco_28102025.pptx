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00" r:id="rId5"/>
    <p:sldId id="301" r:id="rId6"/>
    <p:sldId id="313" r:id="rId7"/>
    <p:sldId id="303" r:id="rId8"/>
    <p:sldId id="304" r:id="rId9"/>
    <p:sldId id="305" r:id="rId10"/>
    <p:sldId id="315" r:id="rId11"/>
    <p:sldId id="306" r:id="rId12"/>
    <p:sldId id="307" r:id="rId13"/>
    <p:sldId id="308" r:id="rId14"/>
    <p:sldId id="309" r:id="rId15"/>
    <p:sldId id="314" r:id="rId16"/>
    <p:sldId id="311" r:id="rId17"/>
    <p:sldId id="312" r:id="rId18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491E06D-3FBD-4E0E-969F-CCFCB6B7A37C}">
          <p14:sldIdLst>
            <p14:sldId id="300"/>
            <p14:sldId id="301"/>
          </p14:sldIdLst>
        </p14:section>
        <p14:section name="Abschnitt ohne Titel" id="{6756C5F2-FC27-4330-96DF-D353748C35D6}">
          <p14:sldIdLst>
            <p14:sldId id="313"/>
            <p14:sldId id="303"/>
            <p14:sldId id="304"/>
            <p14:sldId id="305"/>
            <p14:sldId id="315"/>
            <p14:sldId id="306"/>
            <p14:sldId id="307"/>
            <p14:sldId id="308"/>
            <p14:sldId id="309"/>
            <p14:sldId id="314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94818-5CB3-4300-86FF-D48D3967D63E}" v="3" dt="2025-10-27T07:36:07.892"/>
  </p1510:revLst>
</p1510:revInfo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82"/>
  </p:normalViewPr>
  <p:slideViewPr>
    <p:cSldViewPr snapToGrid="0">
      <p:cViewPr varScale="1">
        <p:scale>
          <a:sx n="162" d="100"/>
          <a:sy n="162" d="100"/>
        </p:scale>
        <p:origin x="76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ta Güney W.MSCIDS_F25.2401" userId="8febb37d-8c73-46a6-8f1c-9e7593ee69db" providerId="ADAL" clId="{52044E6D-B6F4-4AAE-978D-DD97CF5835E9}"/>
    <pc:docChg chg="custSel addSld delSld modSld sldOrd addSection modSection">
      <pc:chgData name="Usta Güney W.MSCIDS_F25.2401" userId="8febb37d-8c73-46a6-8f1c-9e7593ee69db" providerId="ADAL" clId="{52044E6D-B6F4-4AAE-978D-DD97CF5835E9}" dt="2025-10-27T07:51:02.292" v="524" actId="20577"/>
      <pc:docMkLst>
        <pc:docMk/>
      </pc:docMkLst>
      <pc:sldChg chg="modSp mod">
        <pc:chgData name="Usta Güney W.MSCIDS_F25.2401" userId="8febb37d-8c73-46a6-8f1c-9e7593ee69db" providerId="ADAL" clId="{52044E6D-B6F4-4AAE-978D-DD97CF5835E9}" dt="2025-10-27T07:22:59.054" v="361" actId="20577"/>
        <pc:sldMkLst>
          <pc:docMk/>
          <pc:sldMk cId="1068343606" sldId="300"/>
        </pc:sldMkLst>
        <pc:spChg chg="mod">
          <ac:chgData name="Usta Güney W.MSCIDS_F25.2401" userId="8febb37d-8c73-46a6-8f1c-9e7593ee69db" providerId="ADAL" clId="{52044E6D-B6F4-4AAE-978D-DD97CF5835E9}" dt="2025-10-27T07:11:48.012" v="127" actId="20577"/>
          <ac:spMkLst>
            <pc:docMk/>
            <pc:sldMk cId="1068343606" sldId="300"/>
            <ac:spMk id="2" creationId="{1E440570-13B1-E20C-28EA-4514891DB373}"/>
          </ac:spMkLst>
        </pc:spChg>
        <pc:spChg chg="mod">
          <ac:chgData name="Usta Güney W.MSCIDS_F25.2401" userId="8febb37d-8c73-46a6-8f1c-9e7593ee69db" providerId="ADAL" clId="{52044E6D-B6F4-4AAE-978D-DD97CF5835E9}" dt="2025-10-27T07:22:59.054" v="361" actId="20577"/>
          <ac:spMkLst>
            <pc:docMk/>
            <pc:sldMk cId="1068343606" sldId="300"/>
            <ac:spMk id="3" creationId="{E9D97285-76D8-7E4B-5301-2C5C7F50D0A6}"/>
          </ac:spMkLst>
        </pc:spChg>
      </pc:sldChg>
      <pc:sldChg chg="modSp mod">
        <pc:chgData name="Usta Güney W.MSCIDS_F25.2401" userId="8febb37d-8c73-46a6-8f1c-9e7593ee69db" providerId="ADAL" clId="{52044E6D-B6F4-4AAE-978D-DD97CF5835E9}" dt="2025-10-27T07:22:51.216" v="360" actId="20577"/>
        <pc:sldMkLst>
          <pc:docMk/>
          <pc:sldMk cId="1659570168" sldId="301"/>
        </pc:sldMkLst>
        <pc:spChg chg="mod">
          <ac:chgData name="Usta Güney W.MSCIDS_F25.2401" userId="8febb37d-8c73-46a6-8f1c-9e7593ee69db" providerId="ADAL" clId="{52044E6D-B6F4-4AAE-978D-DD97CF5835E9}" dt="2025-10-27T07:22:51.216" v="360" actId="20577"/>
          <ac:spMkLst>
            <pc:docMk/>
            <pc:sldMk cId="1659570168" sldId="301"/>
            <ac:spMk id="3" creationId="{009B3696-52AB-4FB9-4BF7-D8F7C8A7567E}"/>
          </ac:spMkLst>
        </pc:spChg>
      </pc:sldChg>
      <pc:sldChg chg="addSp delSp modSp del mod">
        <pc:chgData name="Usta Güney W.MSCIDS_F25.2401" userId="8febb37d-8c73-46a6-8f1c-9e7593ee69db" providerId="ADAL" clId="{52044E6D-B6F4-4AAE-978D-DD97CF5835E9}" dt="2025-10-27T07:19:19.367" v="216" actId="47"/>
        <pc:sldMkLst>
          <pc:docMk/>
          <pc:sldMk cId="3350161283" sldId="302"/>
        </pc:sldMkLst>
        <pc:spChg chg="add mod">
          <ac:chgData name="Usta Güney W.MSCIDS_F25.2401" userId="8febb37d-8c73-46a6-8f1c-9e7593ee69db" providerId="ADAL" clId="{52044E6D-B6F4-4AAE-978D-DD97CF5835E9}" dt="2025-10-27T07:19:14.755" v="215" actId="478"/>
          <ac:spMkLst>
            <pc:docMk/>
            <pc:sldMk cId="3350161283" sldId="302"/>
            <ac:spMk id="7" creationId="{3E8F852B-647D-B9D2-1292-55E50BAF1440}"/>
          </ac:spMkLst>
        </pc:spChg>
        <pc:picChg chg="del">
          <ac:chgData name="Usta Güney W.MSCIDS_F25.2401" userId="8febb37d-8c73-46a6-8f1c-9e7593ee69db" providerId="ADAL" clId="{52044E6D-B6F4-4AAE-978D-DD97CF5835E9}" dt="2025-10-27T07:19:14.755" v="215" actId="478"/>
          <ac:picMkLst>
            <pc:docMk/>
            <pc:sldMk cId="3350161283" sldId="302"/>
            <ac:picMk id="6" creationId="{FB7B48B3-A30C-B793-6181-B4305288F6C4}"/>
          </ac:picMkLst>
        </pc:picChg>
      </pc:sldChg>
      <pc:sldChg chg="del">
        <pc:chgData name="Usta Güney W.MSCIDS_F25.2401" userId="8febb37d-8c73-46a6-8f1c-9e7593ee69db" providerId="ADAL" clId="{52044E6D-B6F4-4AAE-978D-DD97CF5835E9}" dt="2025-10-27T07:35:49.424" v="452" actId="47"/>
        <pc:sldMkLst>
          <pc:docMk/>
          <pc:sldMk cId="2320696838" sldId="310"/>
        </pc:sldMkLst>
      </pc:sldChg>
      <pc:sldChg chg="addSp delSp modSp mod">
        <pc:chgData name="Usta Güney W.MSCIDS_F25.2401" userId="8febb37d-8c73-46a6-8f1c-9e7593ee69db" providerId="ADAL" clId="{52044E6D-B6F4-4AAE-978D-DD97CF5835E9}" dt="2025-10-27T07:51:02.292" v="524" actId="20577"/>
        <pc:sldMkLst>
          <pc:docMk/>
          <pc:sldMk cId="3662048715" sldId="311"/>
        </pc:sldMkLst>
        <pc:spChg chg="del">
          <ac:chgData name="Usta Güney W.MSCIDS_F25.2401" userId="8febb37d-8c73-46a6-8f1c-9e7593ee69db" providerId="ADAL" clId="{52044E6D-B6F4-4AAE-978D-DD97CF5835E9}" dt="2025-10-27T07:10:00.444" v="91" actId="478"/>
          <ac:spMkLst>
            <pc:docMk/>
            <pc:sldMk cId="3662048715" sldId="311"/>
            <ac:spMk id="3" creationId="{F687316B-779F-2995-907A-7E4207757597}"/>
          </ac:spMkLst>
        </pc:spChg>
        <pc:spChg chg="mod">
          <ac:chgData name="Usta Güney W.MSCIDS_F25.2401" userId="8febb37d-8c73-46a6-8f1c-9e7593ee69db" providerId="ADAL" clId="{52044E6D-B6F4-4AAE-978D-DD97CF5835E9}" dt="2025-10-27T07:08:13.678" v="26" actId="20577"/>
          <ac:spMkLst>
            <pc:docMk/>
            <pc:sldMk cId="3662048715" sldId="311"/>
            <ac:spMk id="4" creationId="{64864BB4-E786-4620-FD91-9376C33328C3}"/>
          </ac:spMkLst>
        </pc:spChg>
        <pc:spChg chg="mod">
          <ac:chgData name="Usta Güney W.MSCIDS_F25.2401" userId="8febb37d-8c73-46a6-8f1c-9e7593ee69db" providerId="ADAL" clId="{52044E6D-B6F4-4AAE-978D-DD97CF5835E9}" dt="2025-10-27T07:51:02.292" v="524" actId="20577"/>
          <ac:spMkLst>
            <pc:docMk/>
            <pc:sldMk cId="3662048715" sldId="311"/>
            <ac:spMk id="5" creationId="{2FFFCE5C-9273-B0B4-FE51-4777F8F48EA0}"/>
          </ac:spMkLst>
        </pc:spChg>
        <pc:spChg chg="add del mod">
          <ac:chgData name="Usta Güney W.MSCIDS_F25.2401" userId="8febb37d-8c73-46a6-8f1c-9e7593ee69db" providerId="ADAL" clId="{52044E6D-B6F4-4AAE-978D-DD97CF5835E9}" dt="2025-10-27T07:10:02.821" v="92" actId="478"/>
          <ac:spMkLst>
            <pc:docMk/>
            <pc:sldMk cId="3662048715" sldId="311"/>
            <ac:spMk id="7" creationId="{3BCE601F-9444-CAD2-2AAF-0C2D6031C8EC}"/>
          </ac:spMkLst>
        </pc:spChg>
      </pc:sldChg>
      <pc:sldChg chg="addSp delSp modSp new mod ord">
        <pc:chgData name="Usta Güney W.MSCIDS_F25.2401" userId="8febb37d-8c73-46a6-8f1c-9e7593ee69db" providerId="ADAL" clId="{52044E6D-B6F4-4AAE-978D-DD97CF5835E9}" dt="2025-10-27T07:22:15.981" v="286"/>
        <pc:sldMkLst>
          <pc:docMk/>
          <pc:sldMk cId="868259892" sldId="313"/>
        </pc:sldMkLst>
        <pc:spChg chg="del">
          <ac:chgData name="Usta Güney W.MSCIDS_F25.2401" userId="8febb37d-8c73-46a6-8f1c-9e7593ee69db" providerId="ADAL" clId="{52044E6D-B6F4-4AAE-978D-DD97CF5835E9}" dt="2025-10-27T07:21:01.848" v="224" actId="478"/>
          <ac:spMkLst>
            <pc:docMk/>
            <pc:sldMk cId="868259892" sldId="313"/>
            <ac:spMk id="2" creationId="{3D26771E-3F2C-6BBE-6370-5B9171E55822}"/>
          </ac:spMkLst>
        </pc:spChg>
        <pc:spChg chg="del">
          <ac:chgData name="Usta Güney W.MSCIDS_F25.2401" userId="8febb37d-8c73-46a6-8f1c-9e7593ee69db" providerId="ADAL" clId="{52044E6D-B6F4-4AAE-978D-DD97CF5835E9}" dt="2025-10-27T07:20:37.805" v="221" actId="22"/>
          <ac:spMkLst>
            <pc:docMk/>
            <pc:sldMk cId="868259892" sldId="313"/>
            <ac:spMk id="3" creationId="{D30A14AA-0CA3-4696-230F-90FD44B571F7}"/>
          </ac:spMkLst>
        </pc:spChg>
        <pc:spChg chg="add mod">
          <ac:chgData name="Usta Güney W.MSCIDS_F25.2401" userId="8febb37d-8c73-46a6-8f1c-9e7593ee69db" providerId="ADAL" clId="{52044E6D-B6F4-4AAE-978D-DD97CF5835E9}" dt="2025-10-27T07:21:53.568" v="252" actId="2711"/>
          <ac:spMkLst>
            <pc:docMk/>
            <pc:sldMk cId="868259892" sldId="313"/>
            <ac:spMk id="8" creationId="{A39F0EFC-C4C9-6F84-191D-57A874035DA2}"/>
          </ac:spMkLst>
        </pc:spChg>
        <pc:spChg chg="add mod">
          <ac:chgData name="Usta Güney W.MSCIDS_F25.2401" userId="8febb37d-8c73-46a6-8f1c-9e7593ee69db" providerId="ADAL" clId="{52044E6D-B6F4-4AAE-978D-DD97CF5835E9}" dt="2025-10-27T07:22:12.168" v="284" actId="1076"/>
          <ac:spMkLst>
            <pc:docMk/>
            <pc:sldMk cId="868259892" sldId="313"/>
            <ac:spMk id="9" creationId="{CBA33EE5-27B4-CBBA-E771-D13F12429D9F}"/>
          </ac:spMkLst>
        </pc:spChg>
        <pc:picChg chg="add mod ord">
          <ac:chgData name="Usta Güney W.MSCIDS_F25.2401" userId="8febb37d-8c73-46a6-8f1c-9e7593ee69db" providerId="ADAL" clId="{52044E6D-B6F4-4AAE-978D-DD97CF5835E9}" dt="2025-10-27T07:21:12.342" v="230" actId="1076"/>
          <ac:picMkLst>
            <pc:docMk/>
            <pc:sldMk cId="868259892" sldId="313"/>
            <ac:picMk id="5" creationId="{A93295D0-144E-C372-05E9-5B7FD6ED8B10}"/>
          </ac:picMkLst>
        </pc:picChg>
        <pc:picChg chg="add mod">
          <ac:chgData name="Usta Güney W.MSCIDS_F25.2401" userId="8febb37d-8c73-46a6-8f1c-9e7593ee69db" providerId="ADAL" clId="{52044E6D-B6F4-4AAE-978D-DD97CF5835E9}" dt="2025-10-27T07:21:55.609" v="253" actId="1076"/>
          <ac:picMkLst>
            <pc:docMk/>
            <pc:sldMk cId="868259892" sldId="313"/>
            <ac:picMk id="7" creationId="{9EDD88D4-4631-C3FF-77FD-83B9C07A1F54}"/>
          </ac:picMkLst>
        </pc:picChg>
      </pc:sldChg>
      <pc:sldChg chg="new del">
        <pc:chgData name="Usta Güney W.MSCIDS_F25.2401" userId="8febb37d-8c73-46a6-8f1c-9e7593ee69db" providerId="ADAL" clId="{52044E6D-B6F4-4AAE-978D-DD97CF5835E9}" dt="2025-10-27T07:19:40.469" v="219" actId="47"/>
        <pc:sldMkLst>
          <pc:docMk/>
          <pc:sldMk cId="3008390708" sldId="313"/>
        </pc:sldMkLst>
      </pc:sldChg>
      <pc:sldChg chg="modSp new mod">
        <pc:chgData name="Usta Güney W.MSCIDS_F25.2401" userId="8febb37d-8c73-46a6-8f1c-9e7593ee69db" providerId="ADAL" clId="{52044E6D-B6F4-4AAE-978D-DD97CF5835E9}" dt="2025-10-27T07:31:00.369" v="451" actId="20577"/>
        <pc:sldMkLst>
          <pc:docMk/>
          <pc:sldMk cId="4148560435" sldId="314"/>
        </pc:sldMkLst>
        <pc:spChg chg="mod">
          <ac:chgData name="Usta Güney W.MSCIDS_F25.2401" userId="8febb37d-8c73-46a6-8f1c-9e7593ee69db" providerId="ADAL" clId="{52044E6D-B6F4-4AAE-978D-DD97CF5835E9}" dt="2025-10-27T07:30:47.864" v="388" actId="20577"/>
          <ac:spMkLst>
            <pc:docMk/>
            <pc:sldMk cId="4148560435" sldId="314"/>
            <ac:spMk id="2" creationId="{3F25CDBE-4BE8-5915-EC0D-F26D913F68BA}"/>
          </ac:spMkLst>
        </pc:spChg>
        <pc:spChg chg="mod">
          <ac:chgData name="Usta Güney W.MSCIDS_F25.2401" userId="8febb37d-8c73-46a6-8f1c-9e7593ee69db" providerId="ADAL" clId="{52044E6D-B6F4-4AAE-978D-DD97CF5835E9}" dt="2025-10-27T07:31:00.369" v="451" actId="20577"/>
          <ac:spMkLst>
            <pc:docMk/>
            <pc:sldMk cId="4148560435" sldId="314"/>
            <ac:spMk id="3" creationId="{2C8282D8-896F-DEAA-1911-3C3A4BC1202B}"/>
          </ac:spMkLst>
        </pc:spChg>
      </pc:sldChg>
      <pc:sldChg chg="add">
        <pc:chgData name="Usta Güney W.MSCIDS_F25.2401" userId="8febb37d-8c73-46a6-8f1c-9e7593ee69db" providerId="ADAL" clId="{52044E6D-B6F4-4AAE-978D-DD97CF5835E9}" dt="2025-10-27T07:36:07.890" v="453"/>
        <pc:sldMkLst>
          <pc:docMk/>
          <pc:sldMk cId="2868147403" sldId="31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8/layout/LinedList" loCatId="process" qsTypeId="urn:microsoft.com/office/officeart/2005/8/quickstyle/simple1" qsCatId="simple" csTypeId="urn:microsoft.com/office/officeart/2005/8/colors/accent3_2" csCatId="accent3" phldr="1"/>
      <dgm:spPr/>
      <dgm:t>
        <a:bodyPr rtlCol="0"/>
        <a:lstStyle/>
        <a:p>
          <a:pPr rtl="0"/>
          <a:endParaRPr lang="en-US"/>
        </a:p>
      </dgm:t>
    </dgm:pt>
    <dgm:pt modelId="{45D50368-372D-4F79-95B9-B27BD239F0F6}">
      <dgm:prSet phldrT="[Text]" custT="1"/>
      <dgm:spPr/>
      <dgm:t>
        <a:bodyPr rtlCol="0"/>
        <a:lstStyle/>
        <a:p>
          <a:pPr rtl="0"/>
          <a:r>
            <a:rPr lang="de" sz="1800" b="1" i="0">
              <a:latin typeface="+mn-lt"/>
            </a:rPr>
            <a:t>Erweitern</a:t>
          </a:r>
        </a:p>
      </dgm:t>
    </dgm:pt>
    <dgm:pt modelId="{CDE1A78B-2AE4-4A71-9139-416C219BC84D}" type="parTrans" cxnId="{68788A78-9180-41FF-BD09-BF4DBB52EA0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508ABF25-4B40-405C-9E88-248ED8B31B83}" type="sibTrans" cxnId="{68788A78-9180-41FF-BD09-BF4DBB52EA0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15FCB7DF-D0D3-43D8-8FE5-E5FFDED6264E}">
      <dgm:prSet phldrT="[Text]" custT="1"/>
      <dgm:spPr/>
      <dgm:t>
        <a:bodyPr rtlCol="0"/>
        <a:lstStyle/>
        <a:p>
          <a:pPr rtl="0"/>
          <a:r>
            <a:rPr lang="de" sz="1800">
              <a:latin typeface="+mn-lt"/>
            </a:rPr>
            <a:t>Gemeinsames Wachstum fördern</a:t>
          </a:r>
        </a:p>
      </dgm:t>
    </dgm:pt>
    <dgm:pt modelId="{5DD5E854-B70B-4927-93DD-9B930567F2D9}" type="parTrans" cxnId="{D8EBBD42-214D-4D3D-9A34-A5A6A40991C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DDE76206-3F7F-4788-87BA-8C9D4D26CDB9}" type="sibTrans" cxnId="{D8EBBD42-214D-4D3D-9A34-A5A6A40991C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196543C5-093B-4437-B406-DBE4B882EA97}">
      <dgm:prSet phldrT="[Text]" custT="1"/>
      <dgm:spPr/>
      <dgm:t>
        <a:bodyPr rtlCol="0"/>
        <a:lstStyle/>
        <a:p>
          <a:pPr rtl="0"/>
          <a:r>
            <a:rPr lang="de" sz="1800" b="1" i="0">
              <a:latin typeface="+mn-lt"/>
            </a:rPr>
            <a:t>Verbessern</a:t>
          </a:r>
        </a:p>
      </dgm:t>
    </dgm:pt>
    <dgm:pt modelId="{41DE1F19-4A9F-48CD-A44E-6BF1D04E31EE}" type="parTrans" cxnId="{52499B9F-797A-43CC-89E1-64C52021BFAF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F264F018-7FB9-43EC-B595-B986D351AD7B}" type="sibTrans" cxnId="{52499B9F-797A-43CC-89E1-64C52021BFAF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C485168C-07AD-4DE6-B17E-1E96E93777D7}">
      <dgm:prSet phldrT="[Text]" custT="1"/>
      <dgm:spPr/>
      <dgm:t>
        <a:bodyPr rtlCol="0"/>
        <a:lstStyle/>
        <a:p>
          <a:pPr rtl="0"/>
          <a:r>
            <a:rPr lang="de" sz="1800">
              <a:latin typeface="+mn-lt"/>
            </a:rPr>
            <a:t>Eine maßgeschneiderte und benutzerorientierte Benutzererfahrung sicherstellen</a:t>
          </a:r>
        </a:p>
      </dgm:t>
    </dgm:pt>
    <dgm:pt modelId="{2EA2CE1F-978B-4B0A-92B2-CA23FBAEB8C0}" type="parTrans" cxnId="{B374803A-F1D8-4C12-8B03-25954CE7DDA9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05F43B89-7F05-43F2-A0A8-66E0914D6EC4}" type="sibTrans" cxnId="{B374803A-F1D8-4C12-8B03-25954CE7DDA9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CA2BABAF-EDAA-4496-8316-FD6EA3643E8F}">
      <dgm:prSet phldrT="[Text]" custT="1"/>
      <dgm:spPr/>
      <dgm:t>
        <a:bodyPr rtlCol="0"/>
        <a:lstStyle/>
        <a:p>
          <a:pPr rtl="0"/>
          <a:r>
            <a:rPr lang="de" sz="1800" b="1" i="0">
              <a:latin typeface="+mn-lt"/>
            </a:rPr>
            <a:t>Entdecken</a:t>
          </a:r>
        </a:p>
      </dgm:t>
    </dgm:pt>
    <dgm:pt modelId="{2B1B4805-2FB7-402F-86A8-587F29181C18}" type="parTrans" cxnId="{4011B082-09BD-4DD1-A54F-EA5AB249A3C2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4498AB02-A1BF-4D28-8918-F87A89CEE23B}" type="sibTrans" cxnId="{4011B082-09BD-4DD1-A54F-EA5AB249A3C2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ABC1EDDD-C08B-4F9C-8453-9CEFCC2AF319}">
      <dgm:prSet phldrT="[Text]" custT="1"/>
      <dgm:spPr/>
      <dgm:t>
        <a:bodyPr rtlCol="0"/>
        <a:lstStyle/>
        <a:p>
          <a:pPr rtl="0"/>
          <a:r>
            <a:rPr lang="de" sz="1800">
              <a:latin typeface="+mn-lt"/>
            </a:rPr>
            <a:t>Von neuen globalen Wachstumsmärkten profitieren</a:t>
          </a:r>
        </a:p>
      </dgm:t>
    </dgm:pt>
    <dgm:pt modelId="{33D02404-349E-4E82-A8BA-C0A907006883}" type="parTrans" cxnId="{9C4BE375-6187-4BD4-A343-9FC71D796AF1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7D85D88C-6545-49D9-9F9D-01270187B165}" type="sibTrans" cxnId="{9C4BE375-6187-4BD4-A343-9FC71D796AF1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6707D150-59C5-7547-A2DD-E2FA2E7973D8}" type="pres">
      <dgm:prSet presAssocID="{B6A966AA-C2D0-420D-89FC-1A1AB0AD4072}" presName="vert0" presStyleCnt="0">
        <dgm:presLayoutVars>
          <dgm:dir/>
          <dgm:animOne val="branch"/>
          <dgm:animLvl val="lvl"/>
        </dgm:presLayoutVars>
      </dgm:prSet>
      <dgm:spPr/>
    </dgm:pt>
    <dgm:pt modelId="{B8049436-D412-CB44-A80A-809138319192}" type="pres">
      <dgm:prSet presAssocID="{45D50368-372D-4F79-95B9-B27BD239F0F6}" presName="thickLine" presStyleLbl="alignNode1" presStyleIdx="0" presStyleCnt="3"/>
      <dgm:spPr>
        <a:ln w="9525">
          <a:solidFill>
            <a:schemeClr val="accent3"/>
          </a:solidFill>
        </a:ln>
      </dgm:spPr>
    </dgm:pt>
    <dgm:pt modelId="{8567467B-61D7-DE4B-91CB-CD4AFFD1353B}" type="pres">
      <dgm:prSet presAssocID="{45D50368-372D-4F79-95B9-B27BD239F0F6}" presName="horz1" presStyleCnt="0"/>
      <dgm:spPr/>
    </dgm:pt>
    <dgm:pt modelId="{AA396768-75F4-794B-B102-5B85CD2BD612}" type="pres">
      <dgm:prSet presAssocID="{45D50368-372D-4F79-95B9-B27BD239F0F6}" presName="tx1" presStyleLbl="revTx" presStyleIdx="0" presStyleCnt="6"/>
      <dgm:spPr/>
    </dgm:pt>
    <dgm:pt modelId="{C1D9EE0E-3B36-4746-988C-3DE9111A687D}" type="pres">
      <dgm:prSet presAssocID="{45D50368-372D-4F79-95B9-B27BD239F0F6}" presName="vert1" presStyleCnt="0"/>
      <dgm:spPr/>
    </dgm:pt>
    <dgm:pt modelId="{12949FBE-3F94-994C-90FB-D10296F0864A}" type="pres">
      <dgm:prSet presAssocID="{15FCB7DF-D0D3-43D8-8FE5-E5FFDED6264E}" presName="vertSpace2a" presStyleCnt="0"/>
      <dgm:spPr/>
    </dgm:pt>
    <dgm:pt modelId="{8FCD85CB-D450-E94F-B976-B8CCDB851EBB}" type="pres">
      <dgm:prSet presAssocID="{15FCB7DF-D0D3-43D8-8FE5-E5FFDED6264E}" presName="horz2" presStyleCnt="0"/>
      <dgm:spPr/>
    </dgm:pt>
    <dgm:pt modelId="{97EB0167-7456-8F4E-B880-AFA74E107168}" type="pres">
      <dgm:prSet presAssocID="{15FCB7DF-D0D3-43D8-8FE5-E5FFDED6264E}" presName="horzSpace2" presStyleCnt="0"/>
      <dgm:spPr/>
    </dgm:pt>
    <dgm:pt modelId="{6F857676-4FB5-9B49-BE3B-9235C086E17B}" type="pres">
      <dgm:prSet presAssocID="{15FCB7DF-D0D3-43D8-8FE5-E5FFDED6264E}" presName="tx2" presStyleLbl="revTx" presStyleIdx="1" presStyleCnt="6" custScaleY="120674"/>
      <dgm:spPr/>
    </dgm:pt>
    <dgm:pt modelId="{8FD8CDA9-CC1F-1E41-B159-65C20735E289}" type="pres">
      <dgm:prSet presAssocID="{15FCB7DF-D0D3-43D8-8FE5-E5FFDED6264E}" presName="vert2" presStyleCnt="0"/>
      <dgm:spPr/>
    </dgm:pt>
    <dgm:pt modelId="{FF43B681-0EBA-B349-A655-68DBEA111A87}" type="pres">
      <dgm:prSet presAssocID="{15FCB7DF-D0D3-43D8-8FE5-E5FFDED6264E}" presName="thinLine2b" presStyleLbl="callout" presStyleIdx="0" presStyleCnt="3"/>
      <dgm:spPr>
        <a:ln>
          <a:noFill/>
        </a:ln>
      </dgm:spPr>
    </dgm:pt>
    <dgm:pt modelId="{0EFA947E-7209-2547-AE46-E88BAB67C384}" type="pres">
      <dgm:prSet presAssocID="{15FCB7DF-D0D3-43D8-8FE5-E5FFDED6264E}" presName="vertSpace2b" presStyleCnt="0"/>
      <dgm:spPr/>
    </dgm:pt>
    <dgm:pt modelId="{D8AE3E56-EF92-0348-A99A-20F90C5D7FDD}" type="pres">
      <dgm:prSet presAssocID="{196543C5-093B-4437-B406-DBE4B882EA97}" presName="thickLine" presStyleLbl="alignNode1" presStyleIdx="1" presStyleCnt="3"/>
      <dgm:spPr>
        <a:ln w="9525">
          <a:solidFill>
            <a:schemeClr val="accent3"/>
          </a:solidFill>
        </a:ln>
      </dgm:spPr>
    </dgm:pt>
    <dgm:pt modelId="{3D235219-0CB9-2147-8B4A-7DAC9702FDE9}" type="pres">
      <dgm:prSet presAssocID="{196543C5-093B-4437-B406-DBE4B882EA97}" presName="horz1" presStyleCnt="0"/>
      <dgm:spPr/>
    </dgm:pt>
    <dgm:pt modelId="{34EA1CA4-8854-6341-801E-BBB77F74C579}" type="pres">
      <dgm:prSet presAssocID="{196543C5-093B-4437-B406-DBE4B882EA97}" presName="tx1" presStyleLbl="revTx" presStyleIdx="2" presStyleCnt="6"/>
      <dgm:spPr/>
    </dgm:pt>
    <dgm:pt modelId="{E670F411-117D-0142-860B-1F8C3D64DFEB}" type="pres">
      <dgm:prSet presAssocID="{196543C5-093B-4437-B406-DBE4B882EA97}" presName="vert1" presStyleCnt="0"/>
      <dgm:spPr/>
    </dgm:pt>
    <dgm:pt modelId="{BB7E1A7D-C828-6245-B9A0-5FFBAA3F6DF0}" type="pres">
      <dgm:prSet presAssocID="{C485168C-07AD-4DE6-B17E-1E96E93777D7}" presName="vertSpace2a" presStyleCnt="0"/>
      <dgm:spPr/>
    </dgm:pt>
    <dgm:pt modelId="{CE950503-DC1F-B541-8C39-BC9F49B0B8E1}" type="pres">
      <dgm:prSet presAssocID="{C485168C-07AD-4DE6-B17E-1E96E93777D7}" presName="horz2" presStyleCnt="0"/>
      <dgm:spPr/>
    </dgm:pt>
    <dgm:pt modelId="{E53C4CFD-0931-B043-8E74-3E0ACD15579B}" type="pres">
      <dgm:prSet presAssocID="{C485168C-07AD-4DE6-B17E-1E96E93777D7}" presName="horzSpace2" presStyleCnt="0"/>
      <dgm:spPr/>
    </dgm:pt>
    <dgm:pt modelId="{4A19AF2B-9A9C-2D4B-BC2A-61460CAEA18D}" type="pres">
      <dgm:prSet presAssocID="{C485168C-07AD-4DE6-B17E-1E96E93777D7}" presName="tx2" presStyleLbl="revTx" presStyleIdx="3" presStyleCnt="6" custScaleY="107990"/>
      <dgm:spPr/>
    </dgm:pt>
    <dgm:pt modelId="{378B581C-B354-F149-B60A-D1DC06D78885}" type="pres">
      <dgm:prSet presAssocID="{C485168C-07AD-4DE6-B17E-1E96E93777D7}" presName="vert2" presStyleCnt="0"/>
      <dgm:spPr/>
    </dgm:pt>
    <dgm:pt modelId="{E80AF0D1-650F-3341-BBAE-8A0BF215F712}" type="pres">
      <dgm:prSet presAssocID="{C485168C-07AD-4DE6-B17E-1E96E93777D7}" presName="thinLine2b" presStyleLbl="callout" presStyleIdx="1" presStyleCnt="3"/>
      <dgm:spPr>
        <a:ln>
          <a:noFill/>
        </a:ln>
      </dgm:spPr>
    </dgm:pt>
    <dgm:pt modelId="{2BECC04D-F964-8E41-8B5B-FA73C6D8AFA7}" type="pres">
      <dgm:prSet presAssocID="{C485168C-07AD-4DE6-B17E-1E96E93777D7}" presName="vertSpace2b" presStyleCnt="0"/>
      <dgm:spPr/>
    </dgm:pt>
    <dgm:pt modelId="{AA995088-DA1E-2B4D-910D-FE8B286E5529}" type="pres">
      <dgm:prSet presAssocID="{CA2BABAF-EDAA-4496-8316-FD6EA3643E8F}" presName="thickLine" presStyleLbl="alignNode1" presStyleIdx="2" presStyleCnt="3"/>
      <dgm:spPr>
        <a:ln w="9525">
          <a:solidFill>
            <a:schemeClr val="accent3"/>
          </a:solidFill>
        </a:ln>
      </dgm:spPr>
    </dgm:pt>
    <dgm:pt modelId="{F1F448EC-1BF5-7B41-92AA-33678A0A58CE}" type="pres">
      <dgm:prSet presAssocID="{CA2BABAF-EDAA-4496-8316-FD6EA3643E8F}" presName="horz1" presStyleCnt="0"/>
      <dgm:spPr/>
    </dgm:pt>
    <dgm:pt modelId="{CE2F30E2-B3AA-EB48-A1A0-0C7E57606251}" type="pres">
      <dgm:prSet presAssocID="{CA2BABAF-EDAA-4496-8316-FD6EA3643E8F}" presName="tx1" presStyleLbl="revTx" presStyleIdx="4" presStyleCnt="6" custScaleY="77824"/>
      <dgm:spPr/>
    </dgm:pt>
    <dgm:pt modelId="{174E584B-8E81-2C40-B5F0-5E36112B8DFB}" type="pres">
      <dgm:prSet presAssocID="{CA2BABAF-EDAA-4496-8316-FD6EA3643E8F}" presName="vert1" presStyleCnt="0"/>
      <dgm:spPr/>
    </dgm:pt>
    <dgm:pt modelId="{E7E45DE5-EA3A-3241-A0A6-33C410033A98}" type="pres">
      <dgm:prSet presAssocID="{ABC1EDDD-C08B-4F9C-8453-9CEFCC2AF319}" presName="vertSpace2a" presStyleCnt="0"/>
      <dgm:spPr/>
    </dgm:pt>
    <dgm:pt modelId="{603DD84A-6482-CD46-9F4B-50E9EF251D2D}" type="pres">
      <dgm:prSet presAssocID="{ABC1EDDD-C08B-4F9C-8453-9CEFCC2AF319}" presName="horz2" presStyleCnt="0"/>
      <dgm:spPr/>
    </dgm:pt>
    <dgm:pt modelId="{785E7D6D-0633-8040-8C6D-B5535F267C24}" type="pres">
      <dgm:prSet presAssocID="{ABC1EDDD-C08B-4F9C-8453-9CEFCC2AF319}" presName="horzSpace2" presStyleCnt="0"/>
      <dgm:spPr/>
    </dgm:pt>
    <dgm:pt modelId="{AAC58985-9E4F-6C42-B837-2CC50E436168}" type="pres">
      <dgm:prSet presAssocID="{ABC1EDDD-C08B-4F9C-8453-9CEFCC2AF319}" presName="tx2" presStyleLbl="revTx" presStyleIdx="5" presStyleCnt="6"/>
      <dgm:spPr/>
    </dgm:pt>
    <dgm:pt modelId="{C889E904-64C4-7E4B-8BB9-A068D9FCC067}" type="pres">
      <dgm:prSet presAssocID="{ABC1EDDD-C08B-4F9C-8453-9CEFCC2AF319}" presName="vert2" presStyleCnt="0"/>
      <dgm:spPr/>
    </dgm:pt>
    <dgm:pt modelId="{3A7658F6-62D7-A840-BD8C-5D607B40A258}" type="pres">
      <dgm:prSet presAssocID="{ABC1EDDD-C08B-4F9C-8453-9CEFCC2AF319}" presName="thinLine2b" presStyleLbl="callout" presStyleIdx="2" presStyleCnt="3"/>
      <dgm:spPr>
        <a:ln>
          <a:noFill/>
        </a:ln>
      </dgm:spPr>
    </dgm:pt>
    <dgm:pt modelId="{90763F7D-7EE8-8F45-A4DC-4D96497DECE8}" type="pres">
      <dgm:prSet presAssocID="{ABC1EDDD-C08B-4F9C-8453-9CEFCC2AF319}" presName="vertSpace2b" presStyleCnt="0"/>
      <dgm:spPr/>
    </dgm:pt>
  </dgm:ptLst>
  <dgm:cxnLst>
    <dgm:cxn modelId="{1E5F4405-6700-894E-8AD8-CCC3E4692C64}" type="presOf" srcId="{CA2BABAF-EDAA-4496-8316-FD6EA3643E8F}" destId="{CE2F30E2-B3AA-EB48-A1A0-0C7E57606251}" srcOrd="0" destOrd="0" presId="urn:microsoft.com/office/officeart/2008/layout/LinedList"/>
    <dgm:cxn modelId="{EC2A392A-EF3D-7145-8C3F-5386675A0C21}" type="presOf" srcId="{C485168C-07AD-4DE6-B17E-1E96E93777D7}" destId="{4A19AF2B-9A9C-2D4B-BC2A-61460CAEA18D}" srcOrd="0" destOrd="0" presId="urn:microsoft.com/office/officeart/2008/layout/LinedList"/>
    <dgm:cxn modelId="{B374803A-F1D8-4C12-8B03-25954CE7DDA9}" srcId="{196543C5-093B-4437-B406-DBE4B882EA97}" destId="{C485168C-07AD-4DE6-B17E-1E96E93777D7}" srcOrd="0" destOrd="0" parTransId="{2EA2CE1F-978B-4B0A-92B2-CA23FBAEB8C0}" sibTransId="{05F43B89-7F05-43F2-A0A8-66E0914D6EC4}"/>
    <dgm:cxn modelId="{D8EBBD42-214D-4D3D-9A34-A5A6A40991CD}" srcId="{45D50368-372D-4F79-95B9-B27BD239F0F6}" destId="{15FCB7DF-D0D3-43D8-8FE5-E5FFDED6264E}" srcOrd="0" destOrd="0" parTransId="{5DD5E854-B70B-4927-93DD-9B930567F2D9}" sibTransId="{DDE76206-3F7F-4788-87BA-8C9D4D26CDB9}"/>
    <dgm:cxn modelId="{795D8849-D837-F840-8841-541470E1C70E}" type="presOf" srcId="{15FCB7DF-D0D3-43D8-8FE5-E5FFDED6264E}" destId="{6F857676-4FB5-9B49-BE3B-9235C086E17B}" srcOrd="0" destOrd="0" presId="urn:microsoft.com/office/officeart/2008/layout/LinedList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1D0581CD-E430-F547-9624-73D5EF94B52B}" type="presOf" srcId="{45D50368-372D-4F79-95B9-B27BD239F0F6}" destId="{AA396768-75F4-794B-B102-5B85CD2BD612}" srcOrd="0" destOrd="0" presId="urn:microsoft.com/office/officeart/2008/layout/LinedList"/>
    <dgm:cxn modelId="{2CD330D6-D807-0247-A47F-1826E6F4DEAC}" type="presOf" srcId="{196543C5-093B-4437-B406-DBE4B882EA97}" destId="{34EA1CA4-8854-6341-801E-BBB77F74C579}" srcOrd="0" destOrd="0" presId="urn:microsoft.com/office/officeart/2008/layout/LinedList"/>
    <dgm:cxn modelId="{74AAFFE8-8567-AB43-94BA-27A110E91DEB}" type="presOf" srcId="{B6A966AA-C2D0-420D-89FC-1A1AB0AD4072}" destId="{6707D150-59C5-7547-A2DD-E2FA2E7973D8}" srcOrd="0" destOrd="0" presId="urn:microsoft.com/office/officeart/2008/layout/LinedList"/>
    <dgm:cxn modelId="{DCE90AF0-AEC8-BD48-93EC-FD80F769E144}" type="presOf" srcId="{ABC1EDDD-C08B-4F9C-8453-9CEFCC2AF319}" destId="{AAC58985-9E4F-6C42-B837-2CC50E436168}" srcOrd="0" destOrd="0" presId="urn:microsoft.com/office/officeart/2008/layout/LinedList"/>
    <dgm:cxn modelId="{75A8243C-6744-B04B-9914-1239224DDB3F}" type="presParOf" srcId="{6707D150-59C5-7547-A2DD-E2FA2E7973D8}" destId="{B8049436-D412-CB44-A80A-809138319192}" srcOrd="0" destOrd="0" presId="urn:microsoft.com/office/officeart/2008/layout/LinedList"/>
    <dgm:cxn modelId="{FE34D5B5-49AA-9940-83FE-B1E2E5588615}" type="presParOf" srcId="{6707D150-59C5-7547-A2DD-E2FA2E7973D8}" destId="{8567467B-61D7-DE4B-91CB-CD4AFFD1353B}" srcOrd="1" destOrd="0" presId="urn:microsoft.com/office/officeart/2008/layout/LinedList"/>
    <dgm:cxn modelId="{8034A00C-B9AB-2047-A9F0-DAF66167B15E}" type="presParOf" srcId="{8567467B-61D7-DE4B-91CB-CD4AFFD1353B}" destId="{AA396768-75F4-794B-B102-5B85CD2BD612}" srcOrd="0" destOrd="0" presId="urn:microsoft.com/office/officeart/2008/layout/LinedList"/>
    <dgm:cxn modelId="{FA7B63CE-FEB4-E945-9D35-5DD557B2CB62}" type="presParOf" srcId="{8567467B-61D7-DE4B-91CB-CD4AFFD1353B}" destId="{C1D9EE0E-3B36-4746-988C-3DE9111A687D}" srcOrd="1" destOrd="0" presId="urn:microsoft.com/office/officeart/2008/layout/LinedList"/>
    <dgm:cxn modelId="{26D689A2-95A3-CD4D-A16C-EABAA1B6ED39}" type="presParOf" srcId="{C1D9EE0E-3B36-4746-988C-3DE9111A687D}" destId="{12949FBE-3F94-994C-90FB-D10296F0864A}" srcOrd="0" destOrd="0" presId="urn:microsoft.com/office/officeart/2008/layout/LinedList"/>
    <dgm:cxn modelId="{D223EE91-E260-6C49-9C5F-77ED80069934}" type="presParOf" srcId="{C1D9EE0E-3B36-4746-988C-3DE9111A687D}" destId="{8FCD85CB-D450-E94F-B976-B8CCDB851EBB}" srcOrd="1" destOrd="0" presId="urn:microsoft.com/office/officeart/2008/layout/LinedList"/>
    <dgm:cxn modelId="{DAEAFBB2-05B6-C14C-A5BB-97C747DCF6F5}" type="presParOf" srcId="{8FCD85CB-D450-E94F-B976-B8CCDB851EBB}" destId="{97EB0167-7456-8F4E-B880-AFA74E107168}" srcOrd="0" destOrd="0" presId="urn:microsoft.com/office/officeart/2008/layout/LinedList"/>
    <dgm:cxn modelId="{A0662338-0D13-1945-B9D1-7776FCCFBB2B}" type="presParOf" srcId="{8FCD85CB-D450-E94F-B976-B8CCDB851EBB}" destId="{6F857676-4FB5-9B49-BE3B-9235C086E17B}" srcOrd="1" destOrd="0" presId="urn:microsoft.com/office/officeart/2008/layout/LinedList"/>
    <dgm:cxn modelId="{094871D5-4F43-EE41-9A9A-BED67174EEB4}" type="presParOf" srcId="{8FCD85CB-D450-E94F-B976-B8CCDB851EBB}" destId="{8FD8CDA9-CC1F-1E41-B159-65C20735E289}" srcOrd="2" destOrd="0" presId="urn:microsoft.com/office/officeart/2008/layout/LinedList"/>
    <dgm:cxn modelId="{15730BAD-C371-CC43-BB63-EB5A0D509B30}" type="presParOf" srcId="{C1D9EE0E-3B36-4746-988C-3DE9111A687D}" destId="{FF43B681-0EBA-B349-A655-68DBEA111A87}" srcOrd="2" destOrd="0" presId="urn:microsoft.com/office/officeart/2008/layout/LinedList"/>
    <dgm:cxn modelId="{88FBA339-4CED-7643-A5C6-6591D0039991}" type="presParOf" srcId="{C1D9EE0E-3B36-4746-988C-3DE9111A687D}" destId="{0EFA947E-7209-2547-AE46-E88BAB67C384}" srcOrd="3" destOrd="0" presId="urn:microsoft.com/office/officeart/2008/layout/LinedList"/>
    <dgm:cxn modelId="{276A8A61-37E5-1549-91D8-1F9683BA1296}" type="presParOf" srcId="{6707D150-59C5-7547-A2DD-E2FA2E7973D8}" destId="{D8AE3E56-EF92-0348-A99A-20F90C5D7FDD}" srcOrd="2" destOrd="0" presId="urn:microsoft.com/office/officeart/2008/layout/LinedList"/>
    <dgm:cxn modelId="{10C050E2-5DD3-614A-AB18-36B1FF985A6C}" type="presParOf" srcId="{6707D150-59C5-7547-A2DD-E2FA2E7973D8}" destId="{3D235219-0CB9-2147-8B4A-7DAC9702FDE9}" srcOrd="3" destOrd="0" presId="urn:microsoft.com/office/officeart/2008/layout/LinedList"/>
    <dgm:cxn modelId="{967C0D5E-7298-8C46-BE58-192AC27CDE5B}" type="presParOf" srcId="{3D235219-0CB9-2147-8B4A-7DAC9702FDE9}" destId="{34EA1CA4-8854-6341-801E-BBB77F74C579}" srcOrd="0" destOrd="0" presId="urn:microsoft.com/office/officeart/2008/layout/LinedList"/>
    <dgm:cxn modelId="{D6EB27F9-E2D4-0645-9F12-069A7841A294}" type="presParOf" srcId="{3D235219-0CB9-2147-8B4A-7DAC9702FDE9}" destId="{E670F411-117D-0142-860B-1F8C3D64DFEB}" srcOrd="1" destOrd="0" presId="urn:microsoft.com/office/officeart/2008/layout/LinedList"/>
    <dgm:cxn modelId="{3D75F3C5-3353-3441-BE04-E4AE5714FE3B}" type="presParOf" srcId="{E670F411-117D-0142-860B-1F8C3D64DFEB}" destId="{BB7E1A7D-C828-6245-B9A0-5FFBAA3F6DF0}" srcOrd="0" destOrd="0" presId="urn:microsoft.com/office/officeart/2008/layout/LinedList"/>
    <dgm:cxn modelId="{29D65357-D14E-AD41-B8C7-455FE8F6740A}" type="presParOf" srcId="{E670F411-117D-0142-860B-1F8C3D64DFEB}" destId="{CE950503-DC1F-B541-8C39-BC9F49B0B8E1}" srcOrd="1" destOrd="0" presId="urn:microsoft.com/office/officeart/2008/layout/LinedList"/>
    <dgm:cxn modelId="{83C36899-E4E4-5C4B-A1B5-729AF811CB06}" type="presParOf" srcId="{CE950503-DC1F-B541-8C39-BC9F49B0B8E1}" destId="{E53C4CFD-0931-B043-8E74-3E0ACD15579B}" srcOrd="0" destOrd="0" presId="urn:microsoft.com/office/officeart/2008/layout/LinedList"/>
    <dgm:cxn modelId="{252885E0-2FCD-FD40-B8E1-C7F9A82B1073}" type="presParOf" srcId="{CE950503-DC1F-B541-8C39-BC9F49B0B8E1}" destId="{4A19AF2B-9A9C-2D4B-BC2A-61460CAEA18D}" srcOrd="1" destOrd="0" presId="urn:microsoft.com/office/officeart/2008/layout/LinedList"/>
    <dgm:cxn modelId="{4F123472-1D8F-D546-9532-A4461770A114}" type="presParOf" srcId="{CE950503-DC1F-B541-8C39-BC9F49B0B8E1}" destId="{378B581C-B354-F149-B60A-D1DC06D78885}" srcOrd="2" destOrd="0" presId="urn:microsoft.com/office/officeart/2008/layout/LinedList"/>
    <dgm:cxn modelId="{B24F805B-8CCD-0C44-BE70-36ADEFEFF6FC}" type="presParOf" srcId="{E670F411-117D-0142-860B-1F8C3D64DFEB}" destId="{E80AF0D1-650F-3341-BBAE-8A0BF215F712}" srcOrd="2" destOrd="0" presId="urn:microsoft.com/office/officeart/2008/layout/LinedList"/>
    <dgm:cxn modelId="{BD2A6411-9602-C341-AFF6-13B0F7783A7A}" type="presParOf" srcId="{E670F411-117D-0142-860B-1F8C3D64DFEB}" destId="{2BECC04D-F964-8E41-8B5B-FA73C6D8AFA7}" srcOrd="3" destOrd="0" presId="urn:microsoft.com/office/officeart/2008/layout/LinedList"/>
    <dgm:cxn modelId="{68A81C58-6AD5-2143-8E64-5F5EDCD14EC4}" type="presParOf" srcId="{6707D150-59C5-7547-A2DD-E2FA2E7973D8}" destId="{AA995088-DA1E-2B4D-910D-FE8B286E5529}" srcOrd="4" destOrd="0" presId="urn:microsoft.com/office/officeart/2008/layout/LinedList"/>
    <dgm:cxn modelId="{7C4B2F4D-81AE-6C43-94AD-D2D7C4E6F3C5}" type="presParOf" srcId="{6707D150-59C5-7547-A2DD-E2FA2E7973D8}" destId="{F1F448EC-1BF5-7B41-92AA-33678A0A58CE}" srcOrd="5" destOrd="0" presId="urn:microsoft.com/office/officeart/2008/layout/LinedList"/>
    <dgm:cxn modelId="{32161025-1653-7C49-A236-D52F80F245EE}" type="presParOf" srcId="{F1F448EC-1BF5-7B41-92AA-33678A0A58CE}" destId="{CE2F30E2-B3AA-EB48-A1A0-0C7E57606251}" srcOrd="0" destOrd="0" presId="urn:microsoft.com/office/officeart/2008/layout/LinedList"/>
    <dgm:cxn modelId="{7A413674-541E-AC41-A71E-6F417490DADB}" type="presParOf" srcId="{F1F448EC-1BF5-7B41-92AA-33678A0A58CE}" destId="{174E584B-8E81-2C40-B5F0-5E36112B8DFB}" srcOrd="1" destOrd="0" presId="urn:microsoft.com/office/officeart/2008/layout/LinedList"/>
    <dgm:cxn modelId="{A8156232-9EA0-0A44-B971-25AD936D2B03}" type="presParOf" srcId="{174E584B-8E81-2C40-B5F0-5E36112B8DFB}" destId="{E7E45DE5-EA3A-3241-A0A6-33C410033A98}" srcOrd="0" destOrd="0" presId="urn:microsoft.com/office/officeart/2008/layout/LinedList"/>
    <dgm:cxn modelId="{D20AAEBF-A8B0-0345-92B2-86EF394D6E72}" type="presParOf" srcId="{174E584B-8E81-2C40-B5F0-5E36112B8DFB}" destId="{603DD84A-6482-CD46-9F4B-50E9EF251D2D}" srcOrd="1" destOrd="0" presId="urn:microsoft.com/office/officeart/2008/layout/LinedList"/>
    <dgm:cxn modelId="{92A6C980-8978-FD4C-88A9-36603B323D09}" type="presParOf" srcId="{603DD84A-6482-CD46-9F4B-50E9EF251D2D}" destId="{785E7D6D-0633-8040-8C6D-B5535F267C24}" srcOrd="0" destOrd="0" presId="urn:microsoft.com/office/officeart/2008/layout/LinedList"/>
    <dgm:cxn modelId="{EFC169F9-640D-0240-9D9A-F41E9142AAAF}" type="presParOf" srcId="{603DD84A-6482-CD46-9F4B-50E9EF251D2D}" destId="{AAC58985-9E4F-6C42-B837-2CC50E436168}" srcOrd="1" destOrd="0" presId="urn:microsoft.com/office/officeart/2008/layout/LinedList"/>
    <dgm:cxn modelId="{6401F674-DCB6-4449-8A54-9D27F135D6AD}" type="presParOf" srcId="{603DD84A-6482-CD46-9F4B-50E9EF251D2D}" destId="{C889E904-64C4-7E4B-8BB9-A068D9FCC067}" srcOrd="2" destOrd="0" presId="urn:microsoft.com/office/officeart/2008/layout/LinedList"/>
    <dgm:cxn modelId="{38AEE13D-1AA2-8F45-88FA-883ED7F8DD2A}" type="presParOf" srcId="{174E584B-8E81-2C40-B5F0-5E36112B8DFB}" destId="{3A7658F6-62D7-A840-BD8C-5D607B40A258}" srcOrd="2" destOrd="0" presId="urn:microsoft.com/office/officeart/2008/layout/LinedList"/>
    <dgm:cxn modelId="{4361482E-D7CC-5740-8EE6-C3F8DB6F95EB}" type="presParOf" srcId="{174E584B-8E81-2C40-B5F0-5E36112B8DFB}" destId="{90763F7D-7EE8-8F45-A4DC-4D96497DECE8}" srcOrd="3" destOrd="0" presId="urn:microsoft.com/office/officeart/2008/layout/Lin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049436-D412-CB44-A80A-809138319192}">
      <dsp:nvSpPr>
        <dsp:cNvPr id="0" name=""/>
        <dsp:cNvSpPr/>
      </dsp:nvSpPr>
      <dsp:spPr>
        <a:xfrm>
          <a:off x="0" y="2576"/>
          <a:ext cx="590708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96768-75F4-794B-B102-5B85CD2BD612}">
      <dsp:nvSpPr>
        <dsp:cNvPr id="0" name=""/>
        <dsp:cNvSpPr/>
      </dsp:nvSpPr>
      <dsp:spPr>
        <a:xfrm>
          <a:off x="0" y="2576"/>
          <a:ext cx="1181417" cy="1318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" sz="1800" b="1" i="0" kern="1200">
              <a:latin typeface="+mn-lt"/>
            </a:rPr>
            <a:t>Erweitern</a:t>
          </a:r>
        </a:p>
      </dsp:txBody>
      <dsp:txXfrm>
        <a:off x="0" y="2576"/>
        <a:ext cx="1181417" cy="1318452"/>
      </dsp:txXfrm>
    </dsp:sp>
    <dsp:sp modelId="{6F857676-4FB5-9B49-BE3B-9235C086E17B}">
      <dsp:nvSpPr>
        <dsp:cNvPr id="0" name=""/>
        <dsp:cNvSpPr/>
      </dsp:nvSpPr>
      <dsp:spPr>
        <a:xfrm>
          <a:off x="1270023" y="52984"/>
          <a:ext cx="4637063" cy="1216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" sz="1800" kern="1200">
              <a:latin typeface="+mn-lt"/>
            </a:rPr>
            <a:t>Gemeinsames Wachstum fördern</a:t>
          </a:r>
        </a:p>
      </dsp:txBody>
      <dsp:txXfrm>
        <a:off x="1270023" y="52984"/>
        <a:ext cx="4637063" cy="1216578"/>
      </dsp:txXfrm>
    </dsp:sp>
    <dsp:sp modelId="{FF43B681-0EBA-B349-A655-68DBEA111A87}">
      <dsp:nvSpPr>
        <dsp:cNvPr id="0" name=""/>
        <dsp:cNvSpPr/>
      </dsp:nvSpPr>
      <dsp:spPr>
        <a:xfrm>
          <a:off x="1181417" y="1269563"/>
          <a:ext cx="472566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E3E56-EF92-0348-A99A-20F90C5D7FDD}">
      <dsp:nvSpPr>
        <dsp:cNvPr id="0" name=""/>
        <dsp:cNvSpPr/>
      </dsp:nvSpPr>
      <dsp:spPr>
        <a:xfrm>
          <a:off x="0" y="1321029"/>
          <a:ext cx="590708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A1CA4-8854-6341-801E-BBB77F74C579}">
      <dsp:nvSpPr>
        <dsp:cNvPr id="0" name=""/>
        <dsp:cNvSpPr/>
      </dsp:nvSpPr>
      <dsp:spPr>
        <a:xfrm>
          <a:off x="0" y="1321029"/>
          <a:ext cx="1181417" cy="1318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" sz="1800" b="1" i="0" kern="1200">
              <a:latin typeface="+mn-lt"/>
            </a:rPr>
            <a:t>Verbessern</a:t>
          </a:r>
        </a:p>
      </dsp:txBody>
      <dsp:txXfrm>
        <a:off x="0" y="1321029"/>
        <a:ext cx="1181417" cy="1318452"/>
      </dsp:txXfrm>
    </dsp:sp>
    <dsp:sp modelId="{4A19AF2B-9A9C-2D4B-BC2A-61460CAEA18D}">
      <dsp:nvSpPr>
        <dsp:cNvPr id="0" name=""/>
        <dsp:cNvSpPr/>
      </dsp:nvSpPr>
      <dsp:spPr>
        <a:xfrm>
          <a:off x="1270023" y="1376845"/>
          <a:ext cx="4637063" cy="1205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" sz="1800" kern="1200">
              <a:latin typeface="+mn-lt"/>
            </a:rPr>
            <a:t>Eine maßgeschneiderte und benutzerorientierte Benutzererfahrung sicherstellen</a:t>
          </a:r>
        </a:p>
      </dsp:txBody>
      <dsp:txXfrm>
        <a:off x="1270023" y="1376845"/>
        <a:ext cx="4637063" cy="1205500"/>
      </dsp:txXfrm>
    </dsp:sp>
    <dsp:sp modelId="{E80AF0D1-650F-3341-BBAE-8A0BF215F712}">
      <dsp:nvSpPr>
        <dsp:cNvPr id="0" name=""/>
        <dsp:cNvSpPr/>
      </dsp:nvSpPr>
      <dsp:spPr>
        <a:xfrm>
          <a:off x="1181417" y="2582345"/>
          <a:ext cx="472566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995088-DA1E-2B4D-910D-FE8B286E5529}">
      <dsp:nvSpPr>
        <dsp:cNvPr id="0" name=""/>
        <dsp:cNvSpPr/>
      </dsp:nvSpPr>
      <dsp:spPr>
        <a:xfrm>
          <a:off x="0" y="2639482"/>
          <a:ext cx="590708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F30E2-B3AA-EB48-A1A0-0C7E57606251}">
      <dsp:nvSpPr>
        <dsp:cNvPr id="0" name=""/>
        <dsp:cNvSpPr/>
      </dsp:nvSpPr>
      <dsp:spPr>
        <a:xfrm>
          <a:off x="0" y="2639482"/>
          <a:ext cx="1181417" cy="102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" sz="1800" b="1" i="0" kern="1200">
              <a:latin typeface="+mn-lt"/>
            </a:rPr>
            <a:t>Entdecken</a:t>
          </a:r>
        </a:p>
      </dsp:txBody>
      <dsp:txXfrm>
        <a:off x="0" y="2639482"/>
        <a:ext cx="1181417" cy="1026072"/>
      </dsp:txXfrm>
    </dsp:sp>
    <dsp:sp modelId="{AAC58985-9E4F-6C42-B837-2CC50E436168}">
      <dsp:nvSpPr>
        <dsp:cNvPr id="0" name=""/>
        <dsp:cNvSpPr/>
      </dsp:nvSpPr>
      <dsp:spPr>
        <a:xfrm>
          <a:off x="1270023" y="2699353"/>
          <a:ext cx="4637063" cy="1197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" sz="1800" kern="1200">
              <a:latin typeface="+mn-lt"/>
            </a:rPr>
            <a:t>Von neuen globalen Wachstumsmärkten profitieren</a:t>
          </a:r>
        </a:p>
      </dsp:txBody>
      <dsp:txXfrm>
        <a:off x="1270023" y="2699353"/>
        <a:ext cx="4637063" cy="1197423"/>
      </dsp:txXfrm>
    </dsp:sp>
    <dsp:sp modelId="{3A7658F6-62D7-A840-BD8C-5D607B40A258}">
      <dsp:nvSpPr>
        <dsp:cNvPr id="0" name=""/>
        <dsp:cNvSpPr/>
      </dsp:nvSpPr>
      <dsp:spPr>
        <a:xfrm>
          <a:off x="1181417" y="3896776"/>
          <a:ext cx="472566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15.10.2024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r>
              <a:rPr lang="de"/>
              <a:t>Fußzeile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 noProof="0"/>
              <a:t>15.10.2024</a:t>
            </a:r>
            <a:endParaRPr lang="en-US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 noProof="0"/>
              <a:t>Textmasterformate bearbeiten</a:t>
            </a:r>
          </a:p>
          <a:p>
            <a:pPr lvl="1" rtl="0"/>
            <a:r>
              <a:rPr lang="de" noProof="0"/>
              <a:t>Zweite Ebene</a:t>
            </a:r>
          </a:p>
          <a:p>
            <a:pPr lvl="2" rtl="0"/>
            <a:r>
              <a:rPr lang="de" noProof="0"/>
              <a:t>Dritte Ebene</a:t>
            </a:r>
          </a:p>
          <a:p>
            <a:pPr lvl="3" rtl="0"/>
            <a:r>
              <a:rPr lang="de" noProof="0"/>
              <a:t>Vierte Ebene</a:t>
            </a:r>
          </a:p>
          <a:p>
            <a:pPr lvl="4" rtl="0"/>
            <a:r>
              <a:rPr lang="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r>
              <a:rPr lang="de" noProof="0"/>
              <a:t>Fußzeile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US" noProof="0" smtClean="0"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89336" cy="3383280"/>
          </a:xfrm>
        </p:spPr>
        <p:txBody>
          <a:bodyPr lIns="91440" tIns="45720" rIns="91440" bIns="45720" rtlCol="0" anchor="t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4718304"/>
            <a:ext cx="5367528" cy="1371600"/>
          </a:xfrm>
        </p:spPr>
        <p:txBody>
          <a:bodyPr rtlCol="0"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Mastertextformat bearbeiten</a:t>
            </a:r>
          </a:p>
        </p:txBody>
      </p:sp>
      <p:pic>
        <p:nvPicPr>
          <p:cNvPr id="19" name="Grafik 18">
            <a:extLst>
              <a:ext uri="{FF2B5EF4-FFF2-40B4-BE49-F238E27FC236}">
                <a16:creationId xmlns:a16="http://schemas.microsoft.com/office/drawing/2014/main" id="{BD2B87EC-C19D-D312-C5D1-68C7B3D3F3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577" r="47068" b="26177"/>
          <a:stretch/>
        </p:blipFill>
        <p:spPr>
          <a:xfrm rot="5400000" flipH="1" flipV="1">
            <a:off x="8037001" y="-183083"/>
            <a:ext cx="3971922" cy="433808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CA27C1C0-4175-DDF3-7F04-05A1FF4F8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t="1" r="26660" b="31913"/>
          <a:stretch/>
        </p:blipFill>
        <p:spPr>
          <a:xfrm flipH="1">
            <a:off x="-2" y="2786671"/>
            <a:ext cx="2626743" cy="407133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F59A96A-1EEC-D106-BC8B-FBC3D022D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49606"/>
          <a:stretch/>
        </p:blipFill>
        <p:spPr>
          <a:xfrm flipH="1">
            <a:off x="1634272" y="4519948"/>
            <a:ext cx="3527989" cy="233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8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rtlCol="0" anchor="b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‹Nr.›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</p:spTree>
    <p:extLst>
      <p:ext uri="{BB962C8B-B14F-4D97-AF65-F5344CB8AC3E}">
        <p14:creationId xmlns:p14="http://schemas.microsoft.com/office/powerpoint/2010/main" val="305501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2040" y="996696"/>
            <a:ext cx="6528816" cy="91440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3C7080A-051C-2507-F252-F68346430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96950"/>
            <a:ext cx="3971925" cy="58578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19472" y="2130552"/>
            <a:ext cx="6510528" cy="3959352"/>
          </a:xfrm>
        </p:spPr>
        <p:txBody>
          <a:bodyPr rtlCol="0" anchor="b"/>
          <a:lstStyle>
            <a:lvl1pPr marL="0" indent="0">
              <a:buNone/>
              <a:defRPr/>
            </a:lvl1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19B51A1E-902D-48AF-9020-955120F399B6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12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 0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1691640"/>
            <a:ext cx="7708392" cy="2916936"/>
          </a:xfrm>
        </p:spPr>
        <p:txBody>
          <a:bodyPr lIns="91440" tIns="45720" rIns="91440" bIns="45720" rtlCol="0"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5296" y="5001768"/>
            <a:ext cx="7251192" cy="1088136"/>
          </a:xfrm>
        </p:spPr>
        <p:txBody>
          <a:bodyPr rtlCol="0"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Mastertextformat bearbeiten</a:t>
            </a:r>
          </a:p>
        </p:txBody>
      </p:sp>
      <p:pic>
        <p:nvPicPr>
          <p:cNvPr id="3" name="Grafik 2">
            <a:extLst>
              <a:ext uri="{FF2B5EF4-FFF2-40B4-BE49-F238E27FC236}">
                <a16:creationId xmlns:a16="http://schemas.microsoft.com/office/drawing/2014/main" id="{EDBCB114-3994-3B78-91C3-3970219AB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5397" b="35439"/>
          <a:stretch/>
        </p:blipFill>
        <p:spPr>
          <a:xfrm rot="16200000">
            <a:off x="8573175" y="595473"/>
            <a:ext cx="3527989" cy="370966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954D399-E3CD-888F-FCF9-DA0F34C64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5157" b="13214"/>
          <a:stretch/>
        </p:blipFill>
        <p:spPr>
          <a:xfrm>
            <a:off x="8329613" y="3429000"/>
            <a:ext cx="3862387" cy="3429000"/>
          </a:xfrm>
          <a:prstGeom prst="rect">
            <a:avLst/>
          </a:prstGeom>
        </p:spPr>
      </p:pic>
      <p:pic>
        <p:nvPicPr>
          <p:cNvPr id="5" name="Grafik 4">
            <a:extLst>
              <a:ext uri="{FF2B5EF4-FFF2-40B4-BE49-F238E27FC236}">
                <a16:creationId xmlns:a16="http://schemas.microsoft.com/office/drawing/2014/main" id="{4CC75E85-8A16-65D2-BB9D-7966D18A9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" r="47260" b="26651"/>
          <a:stretch/>
        </p:blipFill>
        <p:spPr>
          <a:xfrm rot="16200000" flipV="1">
            <a:off x="197728" y="-197735"/>
            <a:ext cx="3914776" cy="431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8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2130552"/>
            <a:ext cx="4910328" cy="3959352"/>
          </a:xfrm>
        </p:spPr>
        <p:txBody>
          <a:bodyPr rtlCol="0" anchor="b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94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 0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996696"/>
            <a:ext cx="5641848" cy="4855464"/>
          </a:xfrm>
        </p:spPr>
        <p:txBody>
          <a:bodyPr lIns="91440" tIns="45720" rIns="91440" bIns="45720" rtlCol="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927" name="Bildplatzhalter 926">
            <a:extLst>
              <a:ext uri="{FF2B5EF4-FFF2-40B4-BE49-F238E27FC236}">
                <a16:creationId xmlns:a16="http://schemas.microsoft.com/office/drawing/2014/main" id="{E0D9F5FD-31A3-F83E-0559-2C0434E004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0"/>
            <a:ext cx="3971925" cy="5857875"/>
          </a:xfrm>
          <a:custGeom>
            <a:avLst/>
            <a:gdLst>
              <a:gd name="connsiteX0" fmla="*/ 0 w 3971925"/>
              <a:gd name="connsiteY0" fmla="*/ 0 h 5857875"/>
              <a:gd name="connsiteX1" fmla="*/ 3971925 w 3971925"/>
              <a:gd name="connsiteY1" fmla="*/ 0 h 5857875"/>
              <a:gd name="connsiteX2" fmla="*/ 3971925 w 3971925"/>
              <a:gd name="connsiteY2" fmla="*/ 5857875 h 5857875"/>
              <a:gd name="connsiteX3" fmla="*/ 1972187 w 3971925"/>
              <a:gd name="connsiteY3" fmla="*/ 5857875 h 5857875"/>
              <a:gd name="connsiteX4" fmla="*/ 1978760 w 3971925"/>
              <a:gd name="connsiteY4" fmla="*/ 5848548 h 5857875"/>
              <a:gd name="connsiteX5" fmla="*/ 2015275 w 3971925"/>
              <a:gd name="connsiteY5" fmla="*/ 5713664 h 5857875"/>
              <a:gd name="connsiteX6" fmla="*/ 2015275 w 3971925"/>
              <a:gd name="connsiteY6" fmla="*/ 5713663 h 5857875"/>
              <a:gd name="connsiteX7" fmla="*/ 2010932 w 3971925"/>
              <a:gd name="connsiteY7" fmla="*/ 5713083 h 5857875"/>
              <a:gd name="connsiteX8" fmla="*/ 2010064 w 3971925"/>
              <a:gd name="connsiteY8" fmla="*/ 5713083 h 5857875"/>
              <a:gd name="connsiteX9" fmla="*/ 1871116 w 3971925"/>
              <a:gd name="connsiteY9" fmla="*/ 5759476 h 5857875"/>
              <a:gd name="connsiteX10" fmla="*/ 1753300 w 3971925"/>
              <a:gd name="connsiteY10" fmla="*/ 5793691 h 5857875"/>
              <a:gd name="connsiteX11" fmla="*/ 1717404 w 3971925"/>
              <a:gd name="connsiteY11" fmla="*/ 5835082 h 5857875"/>
              <a:gd name="connsiteX12" fmla="*/ 1704691 w 3971925"/>
              <a:gd name="connsiteY12" fmla="*/ 5857875 h 5857875"/>
              <a:gd name="connsiteX13" fmla="*/ 0 w 3971925"/>
              <a:gd name="connsiteY1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71925" h="5857875">
                <a:moveTo>
                  <a:pt x="0" y="0"/>
                </a:moveTo>
                <a:lnTo>
                  <a:pt x="3971925" y="0"/>
                </a:lnTo>
                <a:lnTo>
                  <a:pt x="3971925" y="5857875"/>
                </a:lnTo>
                <a:lnTo>
                  <a:pt x="1972187" y="5857875"/>
                </a:lnTo>
                <a:lnTo>
                  <a:pt x="1978760" y="5848548"/>
                </a:lnTo>
                <a:cubicBezTo>
                  <a:pt x="2003551" y="5807990"/>
                  <a:pt x="2018531" y="5763681"/>
                  <a:pt x="2015275" y="5713664"/>
                </a:cubicBezTo>
                <a:lnTo>
                  <a:pt x="2015275" y="5713663"/>
                </a:lnTo>
                <a:cubicBezTo>
                  <a:pt x="2015275" y="5711343"/>
                  <a:pt x="2011801" y="5711343"/>
                  <a:pt x="2010932" y="5713083"/>
                </a:cubicBezTo>
                <a:cubicBezTo>
                  <a:pt x="2010643" y="5713083"/>
                  <a:pt x="2010354" y="5713083"/>
                  <a:pt x="2010064" y="5713083"/>
                </a:cubicBezTo>
                <a:cubicBezTo>
                  <a:pt x="1966643" y="5741499"/>
                  <a:pt x="1921774" y="5751937"/>
                  <a:pt x="1871116" y="5759476"/>
                </a:cubicBezTo>
                <a:cubicBezTo>
                  <a:pt x="1832326" y="5765275"/>
                  <a:pt x="1786010" y="5769045"/>
                  <a:pt x="1753300" y="5793691"/>
                </a:cubicBezTo>
                <a:cubicBezTo>
                  <a:pt x="1738970" y="5804419"/>
                  <a:pt x="1727463" y="5819134"/>
                  <a:pt x="1717404" y="5835082"/>
                </a:cubicBezTo>
                <a:lnTo>
                  <a:pt x="1704691" y="5857875"/>
                </a:lnTo>
                <a:lnTo>
                  <a:pt x="0" y="5857875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  <p:pic>
        <p:nvPicPr>
          <p:cNvPr id="7" name="Grafik 6">
            <a:extLst>
              <a:ext uri="{FF2B5EF4-FFF2-40B4-BE49-F238E27FC236}">
                <a16:creationId xmlns:a16="http://schemas.microsoft.com/office/drawing/2014/main" id="{AE730C61-B0A5-15E4-EBDC-4DAA74F02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52" b="34005"/>
          <a:stretch/>
        </p:blipFill>
        <p:spPr>
          <a:xfrm rot="5400000" flipH="1" flipV="1">
            <a:off x="9278992" y="3944992"/>
            <a:ext cx="2764120" cy="3061895"/>
          </a:xfrm>
          <a:prstGeom prst="rect">
            <a:avLst/>
          </a:prstGeom>
        </p:spPr>
      </p:pic>
      <p:pic>
        <p:nvPicPr>
          <p:cNvPr id="876" name="Grafik 875">
            <a:extLst>
              <a:ext uri="{FF2B5EF4-FFF2-40B4-BE49-F238E27FC236}">
                <a16:creationId xmlns:a16="http://schemas.microsoft.com/office/drawing/2014/main" id="{1AD600CE-8F3B-12A6-46EE-EFDBB7A1BB9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3805" b="26651"/>
          <a:stretch/>
        </p:blipFill>
        <p:spPr>
          <a:xfrm rot="5400000">
            <a:off x="440621" y="2988379"/>
            <a:ext cx="3428999" cy="431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2" name="Bildplatzhalter 7">
            <a:extLst>
              <a:ext uri="{FF2B5EF4-FFF2-40B4-BE49-F238E27FC236}">
                <a16:creationId xmlns:a16="http://schemas.microsoft.com/office/drawing/2014/main" id="{1153E704-93AB-7E5D-6EB0-56FA23E7BC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130552"/>
            <a:ext cx="5641848" cy="3959352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rtlCol="0" anchor="b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70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 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5" name="Inhaltsplatzhalter 5">
            <a:extLst>
              <a:ext uri="{FF2B5EF4-FFF2-40B4-BE49-F238E27FC236}">
                <a16:creationId xmlns:a16="http://schemas.microsoft.com/office/drawing/2014/main" id="{A88B6212-D12B-E47E-327B-D1DDE7D71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910328" cy="3959352"/>
          </a:xfrm>
        </p:spPr>
        <p:txBody>
          <a:bodyPr rtlCol="0" anchor="t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rtlCol="0" anchor="t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 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5" name="Inhaltsplatzhalter 5">
            <a:extLst>
              <a:ext uri="{FF2B5EF4-FFF2-40B4-BE49-F238E27FC236}">
                <a16:creationId xmlns:a16="http://schemas.microsoft.com/office/drawing/2014/main" id="{A88B6212-D12B-E47E-327B-D1DDE7D71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206240" cy="3959352"/>
          </a:xfrm>
        </p:spPr>
        <p:txBody>
          <a:bodyPr rtlCol="0" anchor="t"/>
          <a:lstStyle>
            <a:lvl1pPr marL="347472">
              <a:defRPr/>
            </a:lvl1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32" y="2176272"/>
            <a:ext cx="5907024" cy="3959352"/>
          </a:xfrm>
        </p:spPr>
        <p:txBody>
          <a:bodyPr rtlCol="0" anchor="t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53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2176272"/>
            <a:ext cx="10652760" cy="3959352"/>
          </a:xfrm>
        </p:spPr>
        <p:txBody>
          <a:bodyPr rtlCol="0" anchor="t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"/>
              <a:t>Fußzeile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1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8668512" cy="2432304"/>
          </a:xfrm>
        </p:spPr>
        <p:txBody>
          <a:bodyPr lIns="91440" tIns="45720" rIns="91440" bIns="45720" rtlCol="0" anchor="t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3429000"/>
            <a:ext cx="5340096" cy="2660904"/>
          </a:xfrm>
        </p:spPr>
        <p:txBody>
          <a:bodyPr rtlCol="0"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Mastertextformat bearbeiten</a:t>
            </a:r>
          </a:p>
        </p:txBody>
      </p:sp>
      <p:pic>
        <p:nvPicPr>
          <p:cNvPr id="7" name="Grafik 6">
            <a:extLst>
              <a:ext uri="{FF2B5EF4-FFF2-40B4-BE49-F238E27FC236}">
                <a16:creationId xmlns:a16="http://schemas.microsoft.com/office/drawing/2014/main" id="{F291867A-07AF-138A-AC57-59D328A609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22" r="19404" b="26232"/>
          <a:stretch/>
        </p:blipFill>
        <p:spPr>
          <a:xfrm rot="5400000" flipH="1" flipV="1">
            <a:off x="8651875" y="625473"/>
            <a:ext cx="4165601" cy="291465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F7C5AD9-C0FD-61EF-DDC7-8F4701419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33" t="-8495" r="43883" b="25558"/>
          <a:stretch/>
        </p:blipFill>
        <p:spPr>
          <a:xfrm>
            <a:off x="10201275" y="1898651"/>
            <a:ext cx="1990725" cy="4959349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3398A539-AF73-E115-3EDF-231BC59E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027" t="1169" r="27094" b="32980"/>
          <a:stretch/>
        </p:blipFill>
        <p:spPr>
          <a:xfrm rot="10800000" flipV="1">
            <a:off x="-1" y="2988379"/>
            <a:ext cx="5335584" cy="386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6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de" noProof="0"/>
              <a:t>Seitentitel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096" y="2450591"/>
            <a:ext cx="10652761" cy="34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" noProof="0"/>
              <a:t>Textmasterformat durch Klicken bearbeiten</a:t>
            </a:r>
          </a:p>
          <a:p>
            <a:pPr lvl="1" rtl="0"/>
            <a:r>
              <a:rPr lang="de" noProof="0"/>
              <a:t>Zweite Ebene</a:t>
            </a:r>
          </a:p>
          <a:p>
            <a:pPr lvl="2" rtl="0"/>
            <a:r>
              <a:rPr lang="de" noProof="0"/>
              <a:t>Dritte Ebene</a:t>
            </a:r>
          </a:p>
          <a:p>
            <a:pPr lvl="3" rtl="0"/>
            <a:r>
              <a:rPr lang="de" noProof="0"/>
              <a:t>Vierte Ebene</a:t>
            </a:r>
          </a:p>
          <a:p>
            <a:pPr lvl="4" rtl="0"/>
            <a:r>
              <a:rPr lang="de" noProof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00800"/>
            <a:ext cx="457200" cy="457200"/>
          </a:xfrm>
          <a:prstGeom prst="rect">
            <a:avLst/>
          </a:prstGeom>
          <a:noFill/>
        </p:spPr>
        <p:txBody>
          <a:bodyPr rtlCol="0" anchor="ctr"/>
          <a:lstStyle>
            <a:lvl1pPr algn="ctr">
              <a:defRPr lang="en-US" sz="1200" b="1" i="0" smtClean="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19B51A1E-902D-48AF-9020-955120F399B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66E99AD-9348-1084-6E11-26968BDE3782}"/>
              </a:ext>
            </a:extLst>
          </p:cNvPr>
          <p:cNvSpPr txBox="1"/>
          <p:nvPr userDrawn="1"/>
        </p:nvSpPr>
        <p:spPr>
          <a:xfrm>
            <a:off x="11741419" y="-1537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rtl="0"/>
            <a:r>
              <a:rPr lang="de" sz="4000" b="0">
                <a:solidFill>
                  <a:schemeClr val="accent3"/>
                </a:solidFill>
                <a:latin typeface="+mn-lt"/>
                <a:ea typeface="BIZ UDPGothic" panose="020B0400000000000000" pitchFamily="34" charset="-128"/>
              </a:rPr>
              <a:t>*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2047422-8CC9-77AE-C87B-852011B8253E}"/>
              </a:ext>
            </a:extLst>
          </p:cNvPr>
          <p:cNvCxnSpPr>
            <a:cxnSpLocks/>
          </p:cNvCxnSpPr>
          <p:nvPr userDrawn="1"/>
        </p:nvCxnSpPr>
        <p:spPr>
          <a:xfrm>
            <a:off x="0" y="457200"/>
            <a:ext cx="121920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FC25401-8B16-54B2-8DFB-324B1C3F7DD3}"/>
              </a:ext>
            </a:extLst>
          </p:cNvPr>
          <p:cNvCxnSpPr>
            <a:cxnSpLocks/>
          </p:cNvCxnSpPr>
          <p:nvPr userDrawn="1"/>
        </p:nvCxnSpPr>
        <p:spPr>
          <a:xfrm>
            <a:off x="11734800" y="0"/>
            <a:ext cx="0" cy="685800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4702C82C-C24B-9094-A3C6-7670E28B8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8991601" y="3200399"/>
            <a:ext cx="5943596" cy="457199"/>
          </a:xfrm>
          <a:prstGeom prst="rect">
            <a:avLst/>
          </a:prstGeom>
        </p:spPr>
        <p:txBody>
          <a:bodyPr rtlCol="0" anchor="ctr"/>
          <a:lstStyle>
            <a:lvl1pPr algn="ctr">
              <a:defRPr sz="1200" b="1" i="0" spc="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de"/>
              <a:t>Fußzeile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4000" b="1" kern="1200" spc="-15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1E440570-13B1-E20C-28EA-4514891D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89336" cy="3383280"/>
          </a:xfrm>
        </p:spPr>
        <p:txBody>
          <a:bodyPr rtlCol="0"/>
          <a:lstStyle/>
          <a:p>
            <a:pPr rtl="0"/>
            <a:r>
              <a:rPr lang="de-DE" dirty="0" err="1"/>
              <a:t>Bioco</a:t>
            </a:r>
            <a:br>
              <a:rPr lang="de-DE" dirty="0"/>
            </a:br>
            <a:r>
              <a:rPr lang="de-DE" dirty="0"/>
              <a:t>Website</a:t>
            </a:r>
            <a:endParaRPr lang="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D97285-76D8-7E4B-5301-2C5C7F50D0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4718304"/>
            <a:ext cx="5367528" cy="1371600"/>
          </a:xfrm>
        </p:spPr>
        <p:txBody>
          <a:bodyPr rtlCol="0"/>
          <a:lstStyle/>
          <a:p>
            <a:pPr rtl="0"/>
            <a:endParaRPr lang="de" dirty="0"/>
          </a:p>
        </p:txBody>
      </p:sp>
    </p:spTree>
    <p:extLst>
      <p:ext uri="{BB962C8B-B14F-4D97-AF65-F5344CB8AC3E}">
        <p14:creationId xmlns:p14="http://schemas.microsoft.com/office/powerpoint/2010/main" val="106834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C35764A-06BF-17D4-EE6D-670F5F3F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pPr rtl="0"/>
            <a:r>
              <a:rPr lang="de"/>
              <a:t>Agenda</a:t>
            </a:r>
            <a:br>
              <a:rPr lang="en-US" dirty="0"/>
            </a:b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B3696-52AB-4FB9-4BF7-D8F7C8A7567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rtlCol="0"/>
          <a:lstStyle/>
          <a:p>
            <a:pPr rtl="0"/>
            <a:r>
              <a:rPr lang="de" dirty="0"/>
              <a:t>Rückmeldungsrunde #1</a:t>
            </a:r>
          </a:p>
          <a:p>
            <a:pPr rtl="0"/>
            <a:r>
              <a:rPr lang="de" dirty="0"/>
              <a:t>Einrichtung von staging.bioco.ch</a:t>
            </a:r>
          </a:p>
          <a:p>
            <a:pPr rtl="0"/>
            <a:r>
              <a:rPr lang="de" dirty="0"/>
              <a:t>Einrichtung von docs.bioco.ch</a:t>
            </a:r>
          </a:p>
          <a:p>
            <a:pPr rtl="0"/>
            <a:r>
              <a:rPr lang="de" dirty="0"/>
              <a:t>Struktur / Sitemap</a:t>
            </a:r>
          </a:p>
          <a:p>
            <a:pPr rtl="0"/>
            <a:r>
              <a:rPr lang="de" dirty="0"/>
              <a:t>Designkomponenten</a:t>
            </a:r>
          </a:p>
          <a:p>
            <a:pPr rtl="0"/>
            <a:r>
              <a:rPr lang="de" dirty="0"/>
              <a:t>Rückmeldungsrunde #2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3ADF6CA-8CF2-F784-C54C-19B539623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570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4">
            <a:extLst>
              <a:ext uri="{FF2B5EF4-FFF2-40B4-BE49-F238E27FC236}">
                <a16:creationId xmlns:a16="http://schemas.microsoft.com/office/drawing/2014/main" id="{A93295D0-144E-C372-05E9-5B7FD6ED8B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4081" b="4081"/>
          <a:stretch/>
        </p:blipFill>
        <p:spPr>
          <a:xfrm>
            <a:off x="1200650" y="1436355"/>
            <a:ext cx="3112335" cy="4590134"/>
          </a:xfrm>
          <a:custGeom>
            <a:avLst/>
            <a:gdLst>
              <a:gd name="connsiteX0" fmla="*/ 0 w 3971925"/>
              <a:gd name="connsiteY0" fmla="*/ 0 h 5857875"/>
              <a:gd name="connsiteX1" fmla="*/ 3971925 w 3971925"/>
              <a:gd name="connsiteY1" fmla="*/ 0 h 5857875"/>
              <a:gd name="connsiteX2" fmla="*/ 3971925 w 3971925"/>
              <a:gd name="connsiteY2" fmla="*/ 5857875 h 5857875"/>
              <a:gd name="connsiteX3" fmla="*/ 1972187 w 3971925"/>
              <a:gd name="connsiteY3" fmla="*/ 5857875 h 5857875"/>
              <a:gd name="connsiteX4" fmla="*/ 1978760 w 3971925"/>
              <a:gd name="connsiteY4" fmla="*/ 5848548 h 5857875"/>
              <a:gd name="connsiteX5" fmla="*/ 2015275 w 3971925"/>
              <a:gd name="connsiteY5" fmla="*/ 5713664 h 5857875"/>
              <a:gd name="connsiteX6" fmla="*/ 2015275 w 3971925"/>
              <a:gd name="connsiteY6" fmla="*/ 5713663 h 5857875"/>
              <a:gd name="connsiteX7" fmla="*/ 2010932 w 3971925"/>
              <a:gd name="connsiteY7" fmla="*/ 5713083 h 5857875"/>
              <a:gd name="connsiteX8" fmla="*/ 2010064 w 3971925"/>
              <a:gd name="connsiteY8" fmla="*/ 5713083 h 5857875"/>
              <a:gd name="connsiteX9" fmla="*/ 1871116 w 3971925"/>
              <a:gd name="connsiteY9" fmla="*/ 5759476 h 5857875"/>
              <a:gd name="connsiteX10" fmla="*/ 1753300 w 3971925"/>
              <a:gd name="connsiteY10" fmla="*/ 5793691 h 5857875"/>
              <a:gd name="connsiteX11" fmla="*/ 1717404 w 3971925"/>
              <a:gd name="connsiteY11" fmla="*/ 5835082 h 5857875"/>
              <a:gd name="connsiteX12" fmla="*/ 1704691 w 3971925"/>
              <a:gd name="connsiteY12" fmla="*/ 5857875 h 5857875"/>
              <a:gd name="connsiteX13" fmla="*/ 0 w 3971925"/>
              <a:gd name="connsiteY1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71925" h="5857875">
                <a:moveTo>
                  <a:pt x="0" y="0"/>
                </a:moveTo>
                <a:lnTo>
                  <a:pt x="3971925" y="0"/>
                </a:lnTo>
                <a:lnTo>
                  <a:pt x="3971925" y="5857875"/>
                </a:lnTo>
                <a:lnTo>
                  <a:pt x="1972187" y="5857875"/>
                </a:lnTo>
                <a:lnTo>
                  <a:pt x="1978760" y="5848548"/>
                </a:lnTo>
                <a:cubicBezTo>
                  <a:pt x="2003551" y="5807990"/>
                  <a:pt x="2018531" y="5763681"/>
                  <a:pt x="2015275" y="5713664"/>
                </a:cubicBezTo>
                <a:lnTo>
                  <a:pt x="2015275" y="5713663"/>
                </a:lnTo>
                <a:cubicBezTo>
                  <a:pt x="2015275" y="5711343"/>
                  <a:pt x="2011801" y="5711343"/>
                  <a:pt x="2010932" y="5713083"/>
                </a:cubicBezTo>
                <a:cubicBezTo>
                  <a:pt x="2010643" y="5713083"/>
                  <a:pt x="2010354" y="5713083"/>
                  <a:pt x="2010064" y="5713083"/>
                </a:cubicBezTo>
                <a:cubicBezTo>
                  <a:pt x="1966643" y="5741499"/>
                  <a:pt x="1921774" y="5751937"/>
                  <a:pt x="1871116" y="5759476"/>
                </a:cubicBezTo>
                <a:cubicBezTo>
                  <a:pt x="1832326" y="5765275"/>
                  <a:pt x="1786010" y="5769045"/>
                  <a:pt x="1753300" y="5793691"/>
                </a:cubicBezTo>
                <a:cubicBezTo>
                  <a:pt x="1738970" y="5804419"/>
                  <a:pt x="1727463" y="5819134"/>
                  <a:pt x="1717404" y="5835082"/>
                </a:cubicBezTo>
                <a:lnTo>
                  <a:pt x="1704691" y="5857875"/>
                </a:lnTo>
                <a:lnTo>
                  <a:pt x="0" y="5857875"/>
                </a:lnTo>
                <a:close/>
              </a:path>
            </a:pathLst>
          </a:cu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EDD88D4-4631-C3FF-77FD-83B9C07A1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282" y="1769934"/>
            <a:ext cx="5798301" cy="353005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39F0EFC-C4C9-6F84-191D-57A874035DA2}"/>
              </a:ext>
            </a:extLst>
          </p:cNvPr>
          <p:cNvSpPr txBox="1"/>
          <p:nvPr/>
        </p:nvSpPr>
        <p:spPr>
          <a:xfrm>
            <a:off x="1098613" y="612218"/>
            <a:ext cx="375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bg1"/>
                </a:solidFill>
                <a:latin typeface="Abadi" panose="020F0502020204030204" pitchFamily="34" charset="0"/>
              </a:rPr>
              <a:t>Mobile zuerst</a:t>
            </a:r>
            <a:endParaRPr lang="de-CH" sz="4000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BA33EE5-27B4-CBBA-E771-D13F12429D9F}"/>
              </a:ext>
            </a:extLst>
          </p:cNvPr>
          <p:cNvSpPr txBox="1"/>
          <p:nvPr/>
        </p:nvSpPr>
        <p:spPr>
          <a:xfrm>
            <a:off x="5604282" y="1062048"/>
            <a:ext cx="375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bg1"/>
                </a:solidFill>
                <a:latin typeface="Abadi" panose="020F0502020204030204" pitchFamily="34" charset="0"/>
              </a:rPr>
              <a:t>Desktop später</a:t>
            </a:r>
            <a:endParaRPr lang="de-CH" sz="4000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259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F7D8619-1B86-47C0-0EF6-BD7B3346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1691640"/>
            <a:ext cx="7708392" cy="2916936"/>
          </a:xfrm>
        </p:spPr>
        <p:txBody>
          <a:bodyPr rtlCol="0"/>
          <a:lstStyle/>
          <a:p>
            <a:pPr rtl="0"/>
            <a:r>
              <a:rPr lang="de" dirty="0"/>
              <a:t>Produkt</a:t>
            </a:r>
            <a:br>
              <a:rPr lang="en-US" dirty="0"/>
            </a:br>
            <a:r>
              <a:rPr lang="de" dirty="0"/>
              <a:t>Übersicht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A923FBA-7788-70A6-BB80-20E32A13EA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5296" y="5001768"/>
            <a:ext cx="7251192" cy="1088136"/>
          </a:xfrm>
        </p:spPr>
        <p:txBody>
          <a:bodyPr rtlCol="0"/>
          <a:lstStyle/>
          <a:p>
            <a:pPr rtl="0"/>
            <a:r>
              <a:rPr lang="de"/>
              <a:t>Durch die Kombination von Funktionalität und Benutzerfreundlichkeit ermöglichen wir den Benutzern, Vorgänge zu verbessern und die Effizienz zu steigern</a:t>
            </a:r>
          </a:p>
        </p:txBody>
      </p:sp>
    </p:spTree>
    <p:extLst>
      <p:ext uri="{BB962C8B-B14F-4D97-AF65-F5344CB8AC3E}">
        <p14:creationId xmlns:p14="http://schemas.microsoft.com/office/powerpoint/2010/main" val="260933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D6FD60E-B013-52DF-354C-D8DB8814C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pPr rtl="0"/>
            <a:r>
              <a:rPr lang="de"/>
              <a:t>Produktvorteile</a:t>
            </a:r>
            <a:br>
              <a:rPr lang="en-US" dirty="0"/>
            </a:b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A1CBCB-2951-076C-4CAB-1BC00C3F17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2130552"/>
            <a:ext cx="4910328" cy="3959352"/>
          </a:xfrm>
        </p:spPr>
        <p:txBody>
          <a:bodyPr rtlCol="0"/>
          <a:lstStyle/>
          <a:p>
            <a:pPr rtl="0"/>
            <a:r>
              <a:rPr lang="de"/>
              <a:t>Höhere Produktivität</a:t>
            </a:r>
          </a:p>
          <a:p>
            <a:pPr rtl="0"/>
            <a:r>
              <a:rPr lang="de"/>
              <a:t>Nahtlose Integration</a:t>
            </a:r>
          </a:p>
          <a:p>
            <a:pPr rtl="0"/>
            <a:r>
              <a:rPr lang="de"/>
              <a:t>Verbesserte Benutzeroberfläche</a:t>
            </a:r>
          </a:p>
          <a:p>
            <a:pPr rtl="0"/>
            <a:r>
              <a:rPr lang="de"/>
              <a:t>Skalierbarkeit für zukünftiges Wachstum</a:t>
            </a:r>
          </a:p>
          <a:p>
            <a:pPr rtl="0"/>
            <a:r>
              <a:rPr lang="de"/>
              <a:t>Benutzerfreundliches Lernen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B775CAD-60B4-E2CC-3451-3AB56951D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 rtl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5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74D48DF0-7084-7BF8-351B-40A6ECDD0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996696"/>
            <a:ext cx="5641848" cy="4855464"/>
          </a:xfrm>
        </p:spPr>
        <p:txBody>
          <a:bodyPr rtlCol="0"/>
          <a:lstStyle/>
          <a:p>
            <a:pPr rtl="0"/>
            <a:r>
              <a:rPr lang="de"/>
              <a:t>Markt-</a:t>
            </a:r>
            <a:br>
              <a:rPr lang="en-US" dirty="0"/>
            </a:br>
            <a:r>
              <a:rPr lang="de"/>
              <a:t>Übersicht</a:t>
            </a:r>
          </a:p>
        </p:txBody>
      </p:sp>
      <p:pic>
        <p:nvPicPr>
          <p:cNvPr id="4" name="Bildplatzhalter 3" descr="Person, die einen Hut trägt und Obst von Bäumen pflückt">
            <a:extLst>
              <a:ext uri="{FF2B5EF4-FFF2-40B4-BE49-F238E27FC236}">
                <a16:creationId xmlns:a16="http://schemas.microsoft.com/office/drawing/2014/main" id="{E56679ED-837A-D8E7-2D64-459886A1E9C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0" r="30"/>
          <a:stretch/>
        </p:blipFill>
        <p:spPr>
          <a:xfrm>
            <a:off x="1078992" y="0"/>
            <a:ext cx="3971925" cy="5857875"/>
          </a:xfrm>
        </p:spPr>
      </p:pic>
    </p:spTree>
    <p:extLst>
      <p:ext uri="{BB962C8B-B14F-4D97-AF65-F5344CB8AC3E}">
        <p14:creationId xmlns:p14="http://schemas.microsoft.com/office/powerpoint/2010/main" val="3901938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4CBCC-4151-F7D4-3DAF-F06AEAEB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4">
            <a:extLst>
              <a:ext uri="{FF2B5EF4-FFF2-40B4-BE49-F238E27FC236}">
                <a16:creationId xmlns:a16="http://schemas.microsoft.com/office/drawing/2014/main" id="{4E72246E-656B-8AF5-75CB-ED7A86B6EB8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4081" b="4081"/>
          <a:stretch/>
        </p:blipFill>
        <p:spPr>
          <a:xfrm>
            <a:off x="1200650" y="1436355"/>
            <a:ext cx="3112335" cy="4590134"/>
          </a:xfrm>
          <a:custGeom>
            <a:avLst/>
            <a:gdLst>
              <a:gd name="connsiteX0" fmla="*/ 0 w 3971925"/>
              <a:gd name="connsiteY0" fmla="*/ 0 h 5857875"/>
              <a:gd name="connsiteX1" fmla="*/ 3971925 w 3971925"/>
              <a:gd name="connsiteY1" fmla="*/ 0 h 5857875"/>
              <a:gd name="connsiteX2" fmla="*/ 3971925 w 3971925"/>
              <a:gd name="connsiteY2" fmla="*/ 5857875 h 5857875"/>
              <a:gd name="connsiteX3" fmla="*/ 1972187 w 3971925"/>
              <a:gd name="connsiteY3" fmla="*/ 5857875 h 5857875"/>
              <a:gd name="connsiteX4" fmla="*/ 1978760 w 3971925"/>
              <a:gd name="connsiteY4" fmla="*/ 5848548 h 5857875"/>
              <a:gd name="connsiteX5" fmla="*/ 2015275 w 3971925"/>
              <a:gd name="connsiteY5" fmla="*/ 5713664 h 5857875"/>
              <a:gd name="connsiteX6" fmla="*/ 2015275 w 3971925"/>
              <a:gd name="connsiteY6" fmla="*/ 5713663 h 5857875"/>
              <a:gd name="connsiteX7" fmla="*/ 2010932 w 3971925"/>
              <a:gd name="connsiteY7" fmla="*/ 5713083 h 5857875"/>
              <a:gd name="connsiteX8" fmla="*/ 2010064 w 3971925"/>
              <a:gd name="connsiteY8" fmla="*/ 5713083 h 5857875"/>
              <a:gd name="connsiteX9" fmla="*/ 1871116 w 3971925"/>
              <a:gd name="connsiteY9" fmla="*/ 5759476 h 5857875"/>
              <a:gd name="connsiteX10" fmla="*/ 1753300 w 3971925"/>
              <a:gd name="connsiteY10" fmla="*/ 5793691 h 5857875"/>
              <a:gd name="connsiteX11" fmla="*/ 1717404 w 3971925"/>
              <a:gd name="connsiteY11" fmla="*/ 5835082 h 5857875"/>
              <a:gd name="connsiteX12" fmla="*/ 1704691 w 3971925"/>
              <a:gd name="connsiteY12" fmla="*/ 5857875 h 5857875"/>
              <a:gd name="connsiteX13" fmla="*/ 0 w 3971925"/>
              <a:gd name="connsiteY1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71925" h="5857875">
                <a:moveTo>
                  <a:pt x="0" y="0"/>
                </a:moveTo>
                <a:lnTo>
                  <a:pt x="3971925" y="0"/>
                </a:lnTo>
                <a:lnTo>
                  <a:pt x="3971925" y="5857875"/>
                </a:lnTo>
                <a:lnTo>
                  <a:pt x="1972187" y="5857875"/>
                </a:lnTo>
                <a:lnTo>
                  <a:pt x="1978760" y="5848548"/>
                </a:lnTo>
                <a:cubicBezTo>
                  <a:pt x="2003551" y="5807990"/>
                  <a:pt x="2018531" y="5763681"/>
                  <a:pt x="2015275" y="5713664"/>
                </a:cubicBezTo>
                <a:lnTo>
                  <a:pt x="2015275" y="5713663"/>
                </a:lnTo>
                <a:cubicBezTo>
                  <a:pt x="2015275" y="5711343"/>
                  <a:pt x="2011801" y="5711343"/>
                  <a:pt x="2010932" y="5713083"/>
                </a:cubicBezTo>
                <a:cubicBezTo>
                  <a:pt x="2010643" y="5713083"/>
                  <a:pt x="2010354" y="5713083"/>
                  <a:pt x="2010064" y="5713083"/>
                </a:cubicBezTo>
                <a:cubicBezTo>
                  <a:pt x="1966643" y="5741499"/>
                  <a:pt x="1921774" y="5751937"/>
                  <a:pt x="1871116" y="5759476"/>
                </a:cubicBezTo>
                <a:cubicBezTo>
                  <a:pt x="1832326" y="5765275"/>
                  <a:pt x="1786010" y="5769045"/>
                  <a:pt x="1753300" y="5793691"/>
                </a:cubicBezTo>
                <a:cubicBezTo>
                  <a:pt x="1738970" y="5804419"/>
                  <a:pt x="1727463" y="5819134"/>
                  <a:pt x="1717404" y="5835082"/>
                </a:cubicBezTo>
                <a:lnTo>
                  <a:pt x="1704691" y="5857875"/>
                </a:lnTo>
                <a:lnTo>
                  <a:pt x="0" y="5857875"/>
                </a:lnTo>
                <a:close/>
              </a:path>
            </a:pathLst>
          </a:cu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34B229C-A66F-31C1-775D-85049C3AF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282" y="1769934"/>
            <a:ext cx="5798301" cy="353005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91475AC-8510-9805-D998-A2144B9EC653}"/>
              </a:ext>
            </a:extLst>
          </p:cNvPr>
          <p:cNvSpPr txBox="1"/>
          <p:nvPr/>
        </p:nvSpPr>
        <p:spPr>
          <a:xfrm>
            <a:off x="1098613" y="612218"/>
            <a:ext cx="375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bg1"/>
                </a:solidFill>
                <a:latin typeface="Abadi" panose="020F0502020204030204" pitchFamily="34" charset="0"/>
              </a:rPr>
              <a:t>Mobile zuerst</a:t>
            </a:r>
            <a:endParaRPr lang="de-CH" sz="4000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E9F6027-1BB1-EE88-4CA6-8C015D04D257}"/>
              </a:ext>
            </a:extLst>
          </p:cNvPr>
          <p:cNvSpPr txBox="1"/>
          <p:nvPr/>
        </p:nvSpPr>
        <p:spPr>
          <a:xfrm>
            <a:off x="5604282" y="1062048"/>
            <a:ext cx="375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bg1"/>
                </a:solidFill>
                <a:latin typeface="Abadi" panose="020F0502020204030204" pitchFamily="34" charset="0"/>
              </a:rPr>
              <a:t>Desktop später</a:t>
            </a:r>
            <a:endParaRPr lang="de-CH" sz="4000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147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24F4A17-E5E3-3BBB-506A-67A82AC5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pPr rtl="0"/>
            <a:r>
              <a:rPr lang="de"/>
              <a:t>Marktvergleich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Bildplatzhalter 9" descr="Person, die beim Pflanzen eine Pflanze hält und in die Kamera sieht">
            <a:extLst>
              <a:ext uri="{FF2B5EF4-FFF2-40B4-BE49-F238E27FC236}">
                <a16:creationId xmlns:a16="http://schemas.microsoft.com/office/drawing/2014/main" id="{E506EBFB-3935-41C7-DC88-8D97961C43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63" r="63"/>
          <a:stretch/>
        </p:blipFill>
        <p:spPr>
          <a:xfrm>
            <a:off x="0" y="2130552"/>
            <a:ext cx="5641848" cy="3959352"/>
          </a:xfr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11D155-25E1-8B68-CB50-937B45BF4B2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rtlCol="0"/>
          <a:lstStyle/>
          <a:p>
            <a:pPr rtl="0"/>
            <a:r>
              <a:rPr lang="de"/>
              <a:t>Hebt sich auf dem Markt ab</a:t>
            </a:r>
          </a:p>
          <a:p>
            <a:pPr rtl="0"/>
            <a:r>
              <a:rPr lang="de"/>
              <a:t>Innovative Features</a:t>
            </a:r>
          </a:p>
          <a:p>
            <a:pPr rtl="0"/>
            <a:r>
              <a:rPr lang="de"/>
              <a:t>Bietet eine einzigartige Lösung</a:t>
            </a:r>
          </a:p>
          <a:p>
            <a:pPr rtl="0"/>
            <a:r>
              <a:rPr lang="de"/>
              <a:t>Vorsprung vor Mitbewerbern</a:t>
            </a:r>
          </a:p>
          <a:p>
            <a:pPr rtl="0"/>
            <a:r>
              <a:rPr lang="de"/>
              <a:t>Benutzerorientiertes Design</a:t>
            </a:r>
          </a:p>
          <a:p>
            <a:pPr rtl="0"/>
            <a:r>
              <a:rPr lang="de"/>
              <a:t>Priorisiertes Benutzererlebnis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DD2FEE-CF47-A509-59FE-1CBDAAF01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 rtl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174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FC7F6E0-EEF5-DF18-032D-5675E3E4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pPr rtl="0"/>
            <a:r>
              <a:rPr lang="de"/>
              <a:t>Wettbewerbsumfeld</a:t>
            </a:r>
            <a:br>
              <a:rPr lang="en-US" dirty="0"/>
            </a:br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70A5048-2A9E-8039-0515-DD55D6645F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910328" cy="3959352"/>
          </a:xfrm>
        </p:spPr>
        <p:txBody>
          <a:bodyPr rtlCol="0"/>
          <a:lstStyle/>
          <a:p>
            <a:pPr rtl="0"/>
            <a:r>
              <a:rPr lang="de"/>
              <a:t>Starke Marktpräsenz</a:t>
            </a:r>
          </a:p>
          <a:p>
            <a:pPr rtl="0"/>
            <a:r>
              <a:rPr lang="de"/>
              <a:t>Position als Marktführer</a:t>
            </a:r>
          </a:p>
          <a:p>
            <a:pPr rtl="0"/>
            <a:r>
              <a:rPr lang="de"/>
              <a:t>Bietet eine robuste Infrastruktur</a:t>
            </a:r>
          </a:p>
          <a:p>
            <a:pPr rtl="0"/>
            <a:r>
              <a:rPr lang="de"/>
              <a:t>Dediziertes Expertenteam</a:t>
            </a:r>
          </a:p>
          <a:p>
            <a:pPr rtl="0"/>
            <a:r>
              <a:rPr lang="de"/>
              <a:t>Übertrifft Mitbewerber</a:t>
            </a:r>
          </a:p>
          <a:p>
            <a:pPr rtl="0"/>
            <a:r>
              <a:rPr lang="de"/>
              <a:t>Gute Markenerkennung</a:t>
            </a:r>
          </a:p>
          <a:p>
            <a:pPr rtl="0"/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4F0D7-D28A-591C-9599-2D7138FCEF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rtlCol="0"/>
          <a:lstStyle/>
          <a:p>
            <a:pPr marL="0" indent="0" rtl="0">
              <a:buNone/>
            </a:pPr>
            <a:r>
              <a:rPr lang="de"/>
              <a:t>Bedarf:</a:t>
            </a:r>
          </a:p>
          <a:p>
            <a:pPr rtl="0"/>
            <a:r>
              <a:rPr lang="de"/>
              <a:t>Mehr Agilität und Anpassungsfähigkeit</a:t>
            </a:r>
          </a:p>
          <a:p>
            <a:pPr rtl="0"/>
            <a:r>
              <a:rPr lang="de"/>
              <a:t>Stärkerer Wettbewerbsvorteil</a:t>
            </a:r>
          </a:p>
          <a:p>
            <a:pPr rtl="0"/>
            <a:r>
              <a:rPr lang="de"/>
              <a:t>Fähigkeit zur schnellen Anpassung</a:t>
            </a:r>
          </a:p>
          <a:p>
            <a:pPr rtl="0"/>
            <a:r>
              <a:rPr lang="de"/>
              <a:t>Der Kurve voraus bleiben</a:t>
            </a:r>
          </a:p>
          <a:p>
            <a:pPr rtl="0"/>
            <a:r>
              <a:rPr lang="de"/>
              <a:t>Fortlaufende Verbesserung von Angeboten</a:t>
            </a:r>
          </a:p>
          <a:p>
            <a:pPr rtl="0"/>
            <a:r>
              <a:rPr lang="de"/>
              <a:t>Integrieren von Benutzerfeedback</a:t>
            </a:r>
          </a:p>
          <a:p>
            <a:pPr rtl="0"/>
            <a:endParaRPr lang="en-US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1545BCC-4C94-3446-15B2-D4D6FF9B0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 rtl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735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5E4F035-A84E-C603-942E-4778256E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pPr rtl="0"/>
            <a:r>
              <a:rPr lang="de"/>
              <a:t>Wachstumsstrategie</a:t>
            </a:r>
            <a:br>
              <a:rPr lang="en-US" dirty="0"/>
            </a:br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A5E2967-EEB7-97E3-2E56-03BE47654F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206240" cy="3959352"/>
          </a:xfrm>
        </p:spPr>
        <p:txBody>
          <a:bodyPr rtlCol="0"/>
          <a:lstStyle/>
          <a:p>
            <a:pPr rtl="0"/>
            <a:r>
              <a:rPr lang="de"/>
              <a:t>Erweitern der Marktreichweite durch strategische Partnerschaften</a:t>
            </a:r>
          </a:p>
          <a:p>
            <a:pPr rtl="0"/>
            <a:r>
              <a:rPr lang="de"/>
              <a:t>Verbessern von Produktfeatures basierend auf Benutzerfeedback</a:t>
            </a:r>
          </a:p>
          <a:p>
            <a:pPr rtl="0"/>
            <a:r>
              <a:rPr lang="de"/>
              <a:t>Ausloten von internationalen Marktchancen</a:t>
            </a:r>
          </a:p>
          <a:p>
            <a:pPr rtl="0"/>
            <a:endParaRPr lang="en-US" dirty="0"/>
          </a:p>
        </p:txBody>
      </p:sp>
      <p:graphicFrame>
        <p:nvGraphicFramePr>
          <p:cNvPr id="7" name="Inhaltsplatzhalter 4" descr="SmartArt-Grafik für Zeilenliste">
            <a:extLst>
              <a:ext uri="{FF2B5EF4-FFF2-40B4-BE49-F238E27FC236}">
                <a16:creationId xmlns:a16="http://schemas.microsoft.com/office/drawing/2014/main" id="{429EF91E-B8F9-2316-423F-22F41E81A65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964421652"/>
              </p:ext>
            </p:extLst>
          </p:nvPr>
        </p:nvGraphicFramePr>
        <p:xfrm>
          <a:off x="5513388" y="2176463"/>
          <a:ext cx="5907087" cy="3959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9A187C4-2E9C-38FD-AFCE-B470CF80D6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 rtl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01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288F86E-044B-A8DC-720C-DF4B111A9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pPr rtl="0"/>
            <a:r>
              <a:rPr lang="de"/>
              <a:t>Traktion</a:t>
            </a:r>
            <a:br>
              <a:rPr lang="en-US" dirty="0"/>
            </a:br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98D7F7C-453A-03E2-6B72-A471770463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206240" cy="3959352"/>
          </a:xfrm>
        </p:spPr>
        <p:txBody>
          <a:bodyPr rtlCol="0"/>
          <a:lstStyle/>
          <a:p>
            <a:pPr rtl="0"/>
            <a:r>
              <a:rPr lang="de"/>
              <a:t>Produkteinführung</a:t>
            </a:r>
          </a:p>
          <a:p>
            <a:pPr lvl="1" rtl="0"/>
            <a:r>
              <a:rPr lang="de"/>
              <a:t>Erfolgreiche Markteinführung unseres Produkts</a:t>
            </a:r>
          </a:p>
          <a:p>
            <a:pPr rtl="0"/>
            <a:r>
              <a:rPr lang="de"/>
              <a:t>Meilenstein: 10.000 Benutzer</a:t>
            </a:r>
          </a:p>
          <a:p>
            <a:pPr lvl="1" rtl="0"/>
            <a:r>
              <a:rPr lang="de"/>
              <a:t>Beträchtliche Benutzerbasis, die auf eine wachsende Nachfrage hinweist</a:t>
            </a:r>
          </a:p>
          <a:p>
            <a:pPr rtl="0"/>
            <a:r>
              <a:rPr lang="de"/>
              <a:t>Strategische Partnerschaft</a:t>
            </a:r>
          </a:p>
          <a:p>
            <a:pPr lvl="1" rtl="0"/>
            <a:r>
              <a:rPr lang="de"/>
              <a:t>Erweitern der Marktpräsenz und Funktionen</a:t>
            </a:r>
          </a:p>
          <a:p>
            <a:pPr rtl="0"/>
            <a:endParaRPr lang="en-US" dirty="0"/>
          </a:p>
        </p:txBody>
      </p:sp>
      <p:graphicFrame>
        <p:nvGraphicFramePr>
          <p:cNvPr id="6" name="Tabellenplatzhalter 2">
            <a:extLst>
              <a:ext uri="{FF2B5EF4-FFF2-40B4-BE49-F238E27FC236}">
                <a16:creationId xmlns:a16="http://schemas.microsoft.com/office/drawing/2014/main" id="{EB51DEC2-38F7-4B87-6002-0A5C23D2C43A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577293955"/>
              </p:ext>
            </p:extLst>
          </p:nvPr>
        </p:nvGraphicFramePr>
        <p:xfrm>
          <a:off x="5513388" y="2176463"/>
          <a:ext cx="5905498" cy="3957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556124">
                  <a:extLst>
                    <a:ext uri="{9D8B030D-6E8A-4147-A177-3AD203B41FA5}">
                      <a16:colId xmlns:a16="http://schemas.microsoft.com/office/drawing/2014/main" val="4076170109"/>
                    </a:ext>
                  </a:extLst>
                </a:gridCol>
                <a:gridCol w="1349374">
                  <a:extLst>
                    <a:ext uri="{9D8B030D-6E8A-4147-A177-3AD203B41FA5}">
                      <a16:colId xmlns:a16="http://schemas.microsoft.com/office/drawing/2014/main" val="1858434544"/>
                    </a:ext>
                  </a:extLst>
                </a:gridCol>
              </a:tblGrid>
              <a:tr h="791528">
                <a:tc>
                  <a:txBody>
                    <a:bodyPr/>
                    <a:lstStyle/>
                    <a:p>
                      <a:pPr rtl="0"/>
                      <a:r>
                        <a:rPr lang="de" b="1">
                          <a:latin typeface="+mn-lt"/>
                        </a:rPr>
                        <a:t>Meilenstein</a:t>
                      </a:r>
                      <a:endParaRPr lang="en-US" b="1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de" b="1">
                          <a:latin typeface="+mn-lt"/>
                        </a:rPr>
                        <a:t>Quartal</a:t>
                      </a:r>
                      <a:endParaRPr lang="en-US" b="1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639249"/>
                  </a:ext>
                </a:extLst>
              </a:tr>
              <a:tr h="791528">
                <a:tc>
                  <a:txBody>
                    <a:bodyPr/>
                    <a:lstStyle/>
                    <a:p>
                      <a:pPr rtl="0"/>
                      <a:r>
                        <a:rPr lang="de" b="0">
                          <a:latin typeface="+mn-lt"/>
                        </a:rPr>
                        <a:t>Produkteinführung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de" b="0">
                          <a:latin typeface="+mn-lt"/>
                        </a:rPr>
                        <a:t>Q1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955261"/>
                  </a:ext>
                </a:extLst>
              </a:tr>
              <a:tr h="791528">
                <a:tc>
                  <a:txBody>
                    <a:bodyPr/>
                    <a:lstStyle/>
                    <a:p>
                      <a:pPr rtl="0"/>
                      <a:r>
                        <a:rPr lang="de" b="0">
                          <a:latin typeface="+mn-lt"/>
                        </a:rPr>
                        <a:t>Meilenstein: 10.000 Benutzer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de" b="0">
                          <a:latin typeface="+mn-lt"/>
                        </a:rPr>
                        <a:t>Q2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902757"/>
                  </a:ext>
                </a:extLst>
              </a:tr>
              <a:tr h="791528">
                <a:tc>
                  <a:txBody>
                    <a:bodyPr/>
                    <a:lstStyle/>
                    <a:p>
                      <a:pPr rtl="0"/>
                      <a:r>
                        <a:rPr lang="de" b="0">
                          <a:latin typeface="+mn-lt"/>
                        </a:rPr>
                        <a:t>Strategische Partnerschaft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de" b="0">
                          <a:latin typeface="+mn-lt"/>
                        </a:rPr>
                        <a:t>Q3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133869"/>
                  </a:ext>
                </a:extLst>
              </a:tr>
              <a:tr h="791528"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de" b="0">
                          <a:latin typeface="+mn-lt"/>
                        </a:rPr>
                        <a:t>Kampagnenstart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de" b="0">
                          <a:latin typeface="+mn-lt"/>
                        </a:rPr>
                        <a:t>Q4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349918"/>
                  </a:ext>
                </a:extLst>
              </a:tr>
            </a:tbl>
          </a:graphicData>
        </a:graphic>
      </p:graphicFrame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DF61901-DE0D-961B-382E-62251EE7BB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 rtl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176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25CDBE-4BE8-5915-EC0D-F26D913F6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Rückmeldungsrunde	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8282D8-896F-DEAA-1911-3C3A4BC1202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dirty="0"/>
              <a:t>Nicht: gefällt mir nicht oder </a:t>
            </a:r>
          </a:p>
          <a:p>
            <a:r>
              <a:rPr lang="de-DE" dirty="0"/>
              <a:t>Sondern: Fragen beantworten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30ADA1-5813-FA43-227A-F8467F5579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 rtl="0"/>
            <a:fld id="{19B51A1E-902D-48AF-9020-955120F399B6}" type="slidenum">
              <a:rPr lang="en-US" smtClean="0"/>
              <a:pPr algn="ctr" rtl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560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4864BB4-E786-4620-FD91-9376C3332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pPr rtl="0"/>
            <a:r>
              <a:rPr lang="de-DE" dirty="0"/>
              <a:t>Weiteres Vorgehen</a:t>
            </a:r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FFFCE5C-9273-B0B4-FE51-4777F8F48E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910328" cy="3959352"/>
          </a:xfrm>
        </p:spPr>
        <p:txBody>
          <a:bodyPr rtlCol="0"/>
          <a:lstStyle/>
          <a:p>
            <a:pPr rtl="0"/>
            <a:r>
              <a:rPr lang="en-US" dirty="0" err="1"/>
              <a:t>Feedbackrunde</a:t>
            </a:r>
            <a:r>
              <a:rPr lang="en-US" dirty="0"/>
              <a:t> #2</a:t>
            </a:r>
          </a:p>
          <a:p>
            <a:pPr lvl="1"/>
            <a:r>
              <a:rPr lang="en-US" dirty="0"/>
              <a:t>Designs</a:t>
            </a:r>
          </a:p>
          <a:p>
            <a:pPr lvl="1"/>
            <a:r>
              <a:rPr lang="en-US" dirty="0"/>
              <a:t>Texte</a:t>
            </a:r>
          </a:p>
          <a:p>
            <a:pPr lvl="1"/>
            <a:r>
              <a:rPr lang="en-US" dirty="0"/>
              <a:t>Logins CMS</a:t>
            </a:r>
          </a:p>
          <a:p>
            <a:pPr lvl="1"/>
            <a:r>
              <a:rPr lang="en-US" dirty="0" err="1"/>
              <a:t>Rollendefinition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Newsletter / Social Media	</a:t>
            </a:r>
          </a:p>
          <a:p>
            <a:pPr lvl="2"/>
            <a:r>
              <a:rPr lang="en-US"/>
              <a:t>Integration von Brevo &amp; Inst</a:t>
            </a:r>
            <a:r>
              <a:rPr lang="en-US" dirty="0"/>
              <a:t>a</a:t>
            </a:r>
            <a:endParaRPr lang="en-US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0723FF-C6F9-5963-84DC-8B0FD29677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 rtl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04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D3531FC-30B1-5F17-6B06-9AE6CF55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8668512" cy="2432304"/>
          </a:xfrm>
        </p:spPr>
        <p:txBody>
          <a:bodyPr rtlCol="0"/>
          <a:lstStyle/>
          <a:p>
            <a:pPr rtl="0"/>
            <a:r>
              <a:rPr lang="de"/>
              <a:t>Vielen</a:t>
            </a:r>
            <a:br>
              <a:rPr lang="en-US" dirty="0"/>
            </a:br>
            <a:r>
              <a:rPr lang="de"/>
              <a:t>Dank</a:t>
            </a:r>
            <a:br>
              <a:rPr lang="en-US" dirty="0"/>
            </a:br>
            <a:endParaRPr lang="en-US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E3B3CC7-49C3-34B4-FBDB-34C97767B9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3429000"/>
            <a:ext cx="5340096" cy="2660904"/>
          </a:xfrm>
        </p:spPr>
        <p:txBody>
          <a:bodyPr rtlCol="0"/>
          <a:lstStyle/>
          <a:p>
            <a:pPr rtl="0"/>
            <a:r>
              <a:rPr lang="de"/>
              <a:t>Eugenia Lopez</a:t>
            </a:r>
          </a:p>
          <a:p>
            <a:pPr rtl="0"/>
            <a:r>
              <a:rPr lang="de"/>
              <a:t>606-555-0156</a:t>
            </a:r>
          </a:p>
          <a:p>
            <a:pPr rtl="0"/>
            <a:r>
              <a:rPr lang="de"/>
              <a:t>eugenia@bestforyouorganics.com</a:t>
            </a:r>
          </a:p>
          <a:p>
            <a:pPr rtl="0"/>
            <a:r>
              <a:rPr lang="de"/>
              <a:t>www.bestforyouorganics.com</a:t>
            </a:r>
          </a:p>
        </p:txBody>
      </p:sp>
    </p:spTree>
    <p:extLst>
      <p:ext uri="{BB962C8B-B14F-4D97-AF65-F5344CB8AC3E}">
        <p14:creationId xmlns:p14="http://schemas.microsoft.com/office/powerpoint/2010/main" val="4235689170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">
  <a:themeElements>
    <a:clrScheme name="TM78453729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00682B"/>
      </a:accent1>
      <a:accent2>
        <a:srgbClr val="EFEAE7"/>
      </a:accent2>
      <a:accent3>
        <a:srgbClr val="CD1711"/>
      </a:accent3>
      <a:accent4>
        <a:srgbClr val="651B51"/>
      </a:accent4>
      <a:accent5>
        <a:srgbClr val="2C3A2E"/>
      </a:accent5>
      <a:accent6>
        <a:srgbClr val="B6A650"/>
      </a:accent6>
      <a:hlink>
        <a:srgbClr val="029B2D"/>
      </a:hlink>
      <a:folHlink>
        <a:srgbClr val="029B2D"/>
      </a:folHlink>
    </a:clrScheme>
    <a:fontScheme name="Custom 36">
      <a:majorFont>
        <a:latin typeface="Batang"/>
        <a:ea typeface=""/>
        <a:cs typeface=""/>
      </a:majorFont>
      <a:minorFont>
        <a:latin typeface="Batan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78453729_win32_SD_v5" id="{5665AA9C-4EFF-4FCC-8086-4050069C15ED}" vid="{F66CC29E-A3F9-4341-8B35-47A4E87375A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111B19-7283-4751-B1F8-E7CC95678A87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67B38E9C-53F4-45B7-BB77-8539BB7040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B7AA3F-15AC-4F4D-8050-3ECF172613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Botanische Verkaufspräsentation</Template>
  <TotalTime>0</TotalTime>
  <Words>271</Words>
  <Application>Microsoft Office PowerPoint</Application>
  <PresentationFormat>Breitbild</PresentationFormat>
  <Paragraphs>95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Batang</vt:lpstr>
      <vt:lpstr>Abadi</vt:lpstr>
      <vt:lpstr>Arial</vt:lpstr>
      <vt:lpstr>Calibri</vt:lpstr>
      <vt:lpstr>Benutzerdefinierte</vt:lpstr>
      <vt:lpstr>Bioco Website</vt:lpstr>
      <vt:lpstr>Agenda </vt:lpstr>
      <vt:lpstr>PowerPoint-Präsentation</vt:lpstr>
      <vt:lpstr>Produkt Übersicht</vt:lpstr>
      <vt:lpstr>Produktvorteile </vt:lpstr>
      <vt:lpstr>Markt- Übersicht</vt:lpstr>
      <vt:lpstr>PowerPoint-Präsentation</vt:lpstr>
      <vt:lpstr>Marktvergleich </vt:lpstr>
      <vt:lpstr>Wettbewerbsumfeld </vt:lpstr>
      <vt:lpstr>Wachstumsstrategie </vt:lpstr>
      <vt:lpstr>Traktion </vt:lpstr>
      <vt:lpstr>Rückmeldungsrunde </vt:lpstr>
      <vt:lpstr>Weiteres Vorgehen</vt:lpstr>
      <vt:lpstr>Vielen Dank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Usta Güney W.MSCIDS_F25.2401</dc:creator>
  <cp:lastModifiedBy>Usta Güney W.MSCIDS_F25.2401</cp:lastModifiedBy>
  <cp:revision>1</cp:revision>
  <dcterms:created xsi:type="dcterms:W3CDTF">2025-10-27T07:07:18Z</dcterms:created>
  <dcterms:modified xsi:type="dcterms:W3CDTF">2025-10-27T07:51:03Z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Office Theme:7</vt:lpwstr>
  </property>
  <property fmtid="{D5CDD505-2E9C-101B-9397-08002B2CF9AE}" pid="5" name="ClassificationContentMarkingFooterText">
    <vt:lpwstr>Classified as Microsoft Confidential</vt:lpwstr>
  </property>
</Properties>
</file>